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7A538A-691C-40D6-9809-57B3D0793209}" v="13" dt="2026-02-09T14:50:52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Pal Singh" userId="859b3f92-2821-47a0-90d2-5f8d0bf7af41" providerId="ADAL" clId="{938F746E-25C8-4EDD-85D0-4CBA09ECA62B}"/>
    <pc:docChg chg="custSel addSld modSld">
      <pc:chgData name="Rohit Pal Singh" userId="859b3f92-2821-47a0-90d2-5f8d0bf7af41" providerId="ADAL" clId="{938F746E-25C8-4EDD-85D0-4CBA09ECA62B}" dt="2026-02-09T14:54:48.293" v="289" actId="478"/>
      <pc:docMkLst>
        <pc:docMk/>
      </pc:docMkLst>
      <pc:sldChg chg="modSp mod">
        <pc:chgData name="Rohit Pal Singh" userId="859b3f92-2821-47a0-90d2-5f8d0bf7af41" providerId="ADAL" clId="{938F746E-25C8-4EDD-85D0-4CBA09ECA62B}" dt="2026-02-09T14:35:08.747" v="10" actId="1076"/>
        <pc:sldMkLst>
          <pc:docMk/>
          <pc:sldMk cId="3011216025" sldId="256"/>
        </pc:sldMkLst>
        <pc:spChg chg="mod">
          <ac:chgData name="Rohit Pal Singh" userId="859b3f92-2821-47a0-90d2-5f8d0bf7af41" providerId="ADAL" clId="{938F746E-25C8-4EDD-85D0-4CBA09ECA62B}" dt="2026-02-09T14:35:04.406" v="9" actId="1076"/>
          <ac:spMkLst>
            <pc:docMk/>
            <pc:sldMk cId="3011216025" sldId="256"/>
            <ac:spMk id="2" creationId="{CC47E79B-E14B-9893-5F7A-849C1CFFFDB1}"/>
          </ac:spMkLst>
        </pc:spChg>
        <pc:spChg chg="mod">
          <ac:chgData name="Rohit Pal Singh" userId="859b3f92-2821-47a0-90d2-5f8d0bf7af41" providerId="ADAL" clId="{938F746E-25C8-4EDD-85D0-4CBA09ECA62B}" dt="2026-02-09T14:35:08.747" v="10" actId="1076"/>
          <ac:spMkLst>
            <pc:docMk/>
            <pc:sldMk cId="3011216025" sldId="256"/>
            <ac:spMk id="3" creationId="{022FFDD4-4424-02B2-E4EE-62FD5B90E776}"/>
          </ac:spMkLst>
        </pc:spChg>
      </pc:sldChg>
      <pc:sldChg chg="modSp new mod">
        <pc:chgData name="Rohit Pal Singh" userId="859b3f92-2821-47a0-90d2-5f8d0bf7af41" providerId="ADAL" clId="{938F746E-25C8-4EDD-85D0-4CBA09ECA62B}" dt="2026-02-09T14:35:47.173" v="16" actId="27636"/>
        <pc:sldMkLst>
          <pc:docMk/>
          <pc:sldMk cId="2046469760" sldId="257"/>
        </pc:sldMkLst>
        <pc:spChg chg="mod">
          <ac:chgData name="Rohit Pal Singh" userId="859b3f92-2821-47a0-90d2-5f8d0bf7af41" providerId="ADAL" clId="{938F746E-25C8-4EDD-85D0-4CBA09ECA62B}" dt="2026-02-09T14:35:30.078" v="12"/>
          <ac:spMkLst>
            <pc:docMk/>
            <pc:sldMk cId="2046469760" sldId="257"/>
            <ac:spMk id="2" creationId="{FE8648D5-D9E9-DA59-DC4E-AD15D9DDF6B7}"/>
          </ac:spMkLst>
        </pc:spChg>
        <pc:spChg chg="mod">
          <ac:chgData name="Rohit Pal Singh" userId="859b3f92-2821-47a0-90d2-5f8d0bf7af41" providerId="ADAL" clId="{938F746E-25C8-4EDD-85D0-4CBA09ECA62B}" dt="2026-02-09T14:35:47.173" v="16" actId="27636"/>
          <ac:spMkLst>
            <pc:docMk/>
            <pc:sldMk cId="2046469760" sldId="257"/>
            <ac:spMk id="3" creationId="{8715F13C-81FC-D021-ED8B-C46467FC8D9F}"/>
          </ac:spMkLst>
        </pc:spChg>
      </pc:sldChg>
      <pc:sldChg chg="addSp delSp modSp new mod">
        <pc:chgData name="Rohit Pal Singh" userId="859b3f92-2821-47a0-90d2-5f8d0bf7af41" providerId="ADAL" clId="{938F746E-25C8-4EDD-85D0-4CBA09ECA62B}" dt="2026-02-09T14:37:12.553" v="23" actId="1076"/>
        <pc:sldMkLst>
          <pc:docMk/>
          <pc:sldMk cId="796701376" sldId="258"/>
        </pc:sldMkLst>
        <pc:spChg chg="mod">
          <ac:chgData name="Rohit Pal Singh" userId="859b3f92-2821-47a0-90d2-5f8d0bf7af41" providerId="ADAL" clId="{938F746E-25C8-4EDD-85D0-4CBA09ECA62B}" dt="2026-02-09T14:36:14.864" v="18"/>
          <ac:spMkLst>
            <pc:docMk/>
            <pc:sldMk cId="796701376" sldId="258"/>
            <ac:spMk id="2" creationId="{C2A6D5C8-791B-E1E0-7D4B-DF34E813D43E}"/>
          </ac:spMkLst>
        </pc:spChg>
        <pc:spChg chg="del">
          <ac:chgData name="Rohit Pal Singh" userId="859b3f92-2821-47a0-90d2-5f8d0bf7af41" providerId="ADAL" clId="{938F746E-25C8-4EDD-85D0-4CBA09ECA62B}" dt="2026-02-09T14:36:29.917" v="19" actId="478"/>
          <ac:spMkLst>
            <pc:docMk/>
            <pc:sldMk cId="796701376" sldId="258"/>
            <ac:spMk id="3" creationId="{A5E2BF21-510A-05BC-4F34-7407D51EDDC1}"/>
          </ac:spMkLst>
        </pc:spChg>
        <pc:picChg chg="add mod">
          <ac:chgData name="Rohit Pal Singh" userId="859b3f92-2821-47a0-90d2-5f8d0bf7af41" providerId="ADAL" clId="{938F746E-25C8-4EDD-85D0-4CBA09ECA62B}" dt="2026-02-09T14:36:33.047" v="21" actId="1076"/>
          <ac:picMkLst>
            <pc:docMk/>
            <pc:sldMk cId="796701376" sldId="258"/>
            <ac:picMk id="5" creationId="{B0384E0C-5A9D-9F1A-B867-3DA388C2C40C}"/>
          </ac:picMkLst>
        </pc:picChg>
        <pc:picChg chg="add mod">
          <ac:chgData name="Rohit Pal Singh" userId="859b3f92-2821-47a0-90d2-5f8d0bf7af41" providerId="ADAL" clId="{938F746E-25C8-4EDD-85D0-4CBA09ECA62B}" dt="2026-02-09T14:37:12.553" v="23" actId="1076"/>
          <ac:picMkLst>
            <pc:docMk/>
            <pc:sldMk cId="796701376" sldId="258"/>
            <ac:picMk id="7" creationId="{3C5516E7-ED37-1645-FA4C-8869D1E2ADE3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9T14:38:49.685" v="175" actId="1036"/>
        <pc:sldMkLst>
          <pc:docMk/>
          <pc:sldMk cId="3071929382" sldId="259"/>
        </pc:sldMkLst>
        <pc:spChg chg="mod">
          <ac:chgData name="Rohit Pal Singh" userId="859b3f92-2821-47a0-90d2-5f8d0bf7af41" providerId="ADAL" clId="{938F746E-25C8-4EDD-85D0-4CBA09ECA62B}" dt="2026-02-09T14:38:26.357" v="32" actId="27636"/>
          <ac:spMkLst>
            <pc:docMk/>
            <pc:sldMk cId="3071929382" sldId="259"/>
            <ac:spMk id="2" creationId="{15BF24D0-42D7-807A-C1C0-7FC9B959F864}"/>
          </ac:spMkLst>
        </pc:spChg>
        <pc:spChg chg="del">
          <ac:chgData name="Rohit Pal Singh" userId="859b3f92-2821-47a0-90d2-5f8d0bf7af41" providerId="ADAL" clId="{938F746E-25C8-4EDD-85D0-4CBA09ECA62B}" dt="2026-02-09T14:38:09.365" v="25" actId="478"/>
          <ac:spMkLst>
            <pc:docMk/>
            <pc:sldMk cId="3071929382" sldId="259"/>
            <ac:spMk id="3" creationId="{7105F8EE-9C1A-3498-A7C9-67EA3CD67EE2}"/>
          </ac:spMkLst>
        </pc:spChg>
        <pc:picChg chg="add mod">
          <ac:chgData name="Rohit Pal Singh" userId="859b3f92-2821-47a0-90d2-5f8d0bf7af41" providerId="ADAL" clId="{938F746E-25C8-4EDD-85D0-4CBA09ECA62B}" dt="2026-02-09T14:38:15.258" v="27" actId="1076"/>
          <ac:picMkLst>
            <pc:docMk/>
            <pc:sldMk cId="3071929382" sldId="259"/>
            <ac:picMk id="5" creationId="{70BFFF32-AB67-307F-2B36-008080AEA116}"/>
          </ac:picMkLst>
        </pc:picChg>
        <pc:picChg chg="add mod">
          <ac:chgData name="Rohit Pal Singh" userId="859b3f92-2821-47a0-90d2-5f8d0bf7af41" providerId="ADAL" clId="{938F746E-25C8-4EDD-85D0-4CBA09ECA62B}" dt="2026-02-09T14:38:49.685" v="175" actId="1036"/>
          <ac:picMkLst>
            <pc:docMk/>
            <pc:sldMk cId="3071929382" sldId="259"/>
            <ac:picMk id="7" creationId="{A102025F-0024-CA12-564A-D288FC5EA289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9T14:40:09.362" v="182" actId="1076"/>
        <pc:sldMkLst>
          <pc:docMk/>
          <pc:sldMk cId="1204997519" sldId="260"/>
        </pc:sldMkLst>
        <pc:spChg chg="mod">
          <ac:chgData name="Rohit Pal Singh" userId="859b3f92-2821-47a0-90d2-5f8d0bf7af41" providerId="ADAL" clId="{938F746E-25C8-4EDD-85D0-4CBA09ECA62B}" dt="2026-02-09T14:40:06.176" v="180" actId="14100"/>
          <ac:spMkLst>
            <pc:docMk/>
            <pc:sldMk cId="1204997519" sldId="260"/>
            <ac:spMk id="2" creationId="{008F4266-6476-4802-89A2-D7581897924F}"/>
          </ac:spMkLst>
        </pc:spChg>
        <pc:spChg chg="del">
          <ac:chgData name="Rohit Pal Singh" userId="859b3f92-2821-47a0-90d2-5f8d0bf7af41" providerId="ADAL" clId="{938F746E-25C8-4EDD-85D0-4CBA09ECA62B}" dt="2026-02-09T14:40:02.204" v="179" actId="478"/>
          <ac:spMkLst>
            <pc:docMk/>
            <pc:sldMk cId="1204997519" sldId="260"/>
            <ac:spMk id="3" creationId="{D515302F-FE44-42EC-580E-3A7585CFA29A}"/>
          </ac:spMkLst>
        </pc:spChg>
        <pc:picChg chg="add mod">
          <ac:chgData name="Rohit Pal Singh" userId="859b3f92-2821-47a0-90d2-5f8d0bf7af41" providerId="ADAL" clId="{938F746E-25C8-4EDD-85D0-4CBA09ECA62B}" dt="2026-02-09T14:40:09.362" v="182" actId="1076"/>
          <ac:picMkLst>
            <pc:docMk/>
            <pc:sldMk cId="1204997519" sldId="260"/>
            <ac:picMk id="5" creationId="{EF1BDE6B-F0C8-BCF1-F4B5-3CAB755E75B9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9T14:41:20.365" v="193" actId="1076"/>
        <pc:sldMkLst>
          <pc:docMk/>
          <pc:sldMk cId="1348226022" sldId="261"/>
        </pc:sldMkLst>
        <pc:spChg chg="mod">
          <ac:chgData name="Rohit Pal Singh" userId="859b3f92-2821-47a0-90d2-5f8d0bf7af41" providerId="ADAL" clId="{938F746E-25C8-4EDD-85D0-4CBA09ECA62B}" dt="2026-02-09T14:40:24.605" v="187" actId="27636"/>
          <ac:spMkLst>
            <pc:docMk/>
            <pc:sldMk cId="1348226022" sldId="261"/>
            <ac:spMk id="2" creationId="{EBEF767B-0DBA-F44A-80C1-FC1147094B2B}"/>
          </ac:spMkLst>
        </pc:spChg>
        <pc:spChg chg="del mod">
          <ac:chgData name="Rohit Pal Singh" userId="859b3f92-2821-47a0-90d2-5f8d0bf7af41" providerId="ADAL" clId="{938F746E-25C8-4EDD-85D0-4CBA09ECA62B}" dt="2026-02-09T14:40:50.886" v="189" actId="478"/>
          <ac:spMkLst>
            <pc:docMk/>
            <pc:sldMk cId="1348226022" sldId="261"/>
            <ac:spMk id="3" creationId="{9014F0F1-5798-D800-A7CC-9B735CE2EAA3}"/>
          </ac:spMkLst>
        </pc:spChg>
        <pc:picChg chg="add mod">
          <ac:chgData name="Rohit Pal Singh" userId="859b3f92-2821-47a0-90d2-5f8d0bf7af41" providerId="ADAL" clId="{938F746E-25C8-4EDD-85D0-4CBA09ECA62B}" dt="2026-02-09T14:40:54.584" v="191" actId="1076"/>
          <ac:picMkLst>
            <pc:docMk/>
            <pc:sldMk cId="1348226022" sldId="261"/>
            <ac:picMk id="5" creationId="{B78B6224-0574-F1AF-6F1A-945EABF00280}"/>
          </ac:picMkLst>
        </pc:picChg>
        <pc:picChg chg="add mod">
          <ac:chgData name="Rohit Pal Singh" userId="859b3f92-2821-47a0-90d2-5f8d0bf7af41" providerId="ADAL" clId="{938F746E-25C8-4EDD-85D0-4CBA09ECA62B}" dt="2026-02-09T14:41:20.365" v="193" actId="1076"/>
          <ac:picMkLst>
            <pc:docMk/>
            <pc:sldMk cId="1348226022" sldId="261"/>
            <ac:picMk id="7" creationId="{55395154-D038-6C00-0A79-22328B070B07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9T14:44:29.739" v="217" actId="1076"/>
        <pc:sldMkLst>
          <pc:docMk/>
          <pc:sldMk cId="1076314899" sldId="262"/>
        </pc:sldMkLst>
        <pc:spChg chg="mod">
          <ac:chgData name="Rohit Pal Singh" userId="859b3f92-2821-47a0-90d2-5f8d0bf7af41" providerId="ADAL" clId="{938F746E-25C8-4EDD-85D0-4CBA09ECA62B}" dt="2026-02-09T14:43:24.355" v="206" actId="14100"/>
          <ac:spMkLst>
            <pc:docMk/>
            <pc:sldMk cId="1076314899" sldId="262"/>
            <ac:spMk id="2" creationId="{85C493B4-F369-D66F-4FF9-E1BC66CB4236}"/>
          </ac:spMkLst>
        </pc:spChg>
        <pc:spChg chg="del">
          <ac:chgData name="Rohit Pal Singh" userId="859b3f92-2821-47a0-90d2-5f8d0bf7af41" providerId="ADAL" clId="{938F746E-25C8-4EDD-85D0-4CBA09ECA62B}" dt="2026-02-09T14:42:30.027" v="197" actId="478"/>
          <ac:spMkLst>
            <pc:docMk/>
            <pc:sldMk cId="1076314899" sldId="262"/>
            <ac:spMk id="3" creationId="{C3841668-3729-5A2A-5C64-C22BEF649C04}"/>
          </ac:spMkLst>
        </pc:spChg>
        <pc:picChg chg="add mod">
          <ac:chgData name="Rohit Pal Singh" userId="859b3f92-2821-47a0-90d2-5f8d0bf7af41" providerId="ADAL" clId="{938F746E-25C8-4EDD-85D0-4CBA09ECA62B}" dt="2026-02-09T14:44:10.956" v="212" actId="1076"/>
          <ac:picMkLst>
            <pc:docMk/>
            <pc:sldMk cId="1076314899" sldId="262"/>
            <ac:picMk id="5" creationId="{B0ADEF07-CF6E-3D7C-DA0D-827026ED2326}"/>
          </ac:picMkLst>
        </pc:picChg>
        <pc:picChg chg="add mod">
          <ac:chgData name="Rohit Pal Singh" userId="859b3f92-2821-47a0-90d2-5f8d0bf7af41" providerId="ADAL" clId="{938F746E-25C8-4EDD-85D0-4CBA09ECA62B}" dt="2026-02-09T14:44:29.739" v="217" actId="1076"/>
          <ac:picMkLst>
            <pc:docMk/>
            <pc:sldMk cId="1076314899" sldId="262"/>
            <ac:picMk id="7" creationId="{4CC7889C-2A74-F492-CE2D-06E3D060D1D7}"/>
          </ac:picMkLst>
        </pc:picChg>
        <pc:picChg chg="add mod">
          <ac:chgData name="Rohit Pal Singh" userId="859b3f92-2821-47a0-90d2-5f8d0bf7af41" providerId="ADAL" clId="{938F746E-25C8-4EDD-85D0-4CBA09ECA62B}" dt="2026-02-09T14:44:26.295" v="216" actId="1076"/>
          <ac:picMkLst>
            <pc:docMk/>
            <pc:sldMk cId="1076314899" sldId="262"/>
            <ac:picMk id="9" creationId="{441F23A7-C547-DD8E-A6E0-D683ED0E43A0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9T14:46:09.403" v="226" actId="1076"/>
        <pc:sldMkLst>
          <pc:docMk/>
          <pc:sldMk cId="1462784267" sldId="263"/>
        </pc:sldMkLst>
        <pc:spChg chg="mod">
          <ac:chgData name="Rohit Pal Singh" userId="859b3f92-2821-47a0-90d2-5f8d0bf7af41" providerId="ADAL" clId="{938F746E-25C8-4EDD-85D0-4CBA09ECA62B}" dt="2026-02-09T14:45:51.194" v="223" actId="27636"/>
          <ac:spMkLst>
            <pc:docMk/>
            <pc:sldMk cId="1462784267" sldId="263"/>
            <ac:spMk id="2" creationId="{A3A89B16-D686-7F69-F1FD-330F6B432BC6}"/>
          </ac:spMkLst>
        </pc:spChg>
        <pc:spChg chg="del">
          <ac:chgData name="Rohit Pal Singh" userId="859b3f92-2821-47a0-90d2-5f8d0bf7af41" providerId="ADAL" clId="{938F746E-25C8-4EDD-85D0-4CBA09ECA62B}" dt="2026-02-09T14:46:06.349" v="224" actId="478"/>
          <ac:spMkLst>
            <pc:docMk/>
            <pc:sldMk cId="1462784267" sldId="263"/>
            <ac:spMk id="3" creationId="{86C57136-496F-6643-7BE7-DA7BD6F1C8EC}"/>
          </ac:spMkLst>
        </pc:spChg>
        <pc:picChg chg="add mod">
          <ac:chgData name="Rohit Pal Singh" userId="859b3f92-2821-47a0-90d2-5f8d0bf7af41" providerId="ADAL" clId="{938F746E-25C8-4EDD-85D0-4CBA09ECA62B}" dt="2026-02-09T14:46:09.403" v="226" actId="1076"/>
          <ac:picMkLst>
            <pc:docMk/>
            <pc:sldMk cId="1462784267" sldId="263"/>
            <ac:picMk id="5" creationId="{961D569F-3F41-48A0-243A-6FA4A6267FF4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9T14:47:28.225" v="237" actId="1076"/>
        <pc:sldMkLst>
          <pc:docMk/>
          <pc:sldMk cId="4101153235" sldId="264"/>
        </pc:sldMkLst>
        <pc:spChg chg="mod">
          <ac:chgData name="Rohit Pal Singh" userId="859b3f92-2821-47a0-90d2-5f8d0bf7af41" providerId="ADAL" clId="{938F746E-25C8-4EDD-85D0-4CBA09ECA62B}" dt="2026-02-09T14:47:08.719" v="234" actId="1076"/>
          <ac:spMkLst>
            <pc:docMk/>
            <pc:sldMk cId="4101153235" sldId="264"/>
            <ac:spMk id="2" creationId="{93409307-1AF1-C63C-A153-AD7F436873F0}"/>
          </ac:spMkLst>
        </pc:spChg>
        <pc:spChg chg="del">
          <ac:chgData name="Rohit Pal Singh" userId="859b3f92-2821-47a0-90d2-5f8d0bf7af41" providerId="ADAL" clId="{938F746E-25C8-4EDD-85D0-4CBA09ECA62B}" dt="2026-02-09T14:46:55.522" v="228" actId="478"/>
          <ac:spMkLst>
            <pc:docMk/>
            <pc:sldMk cId="4101153235" sldId="264"/>
            <ac:spMk id="3" creationId="{9442E563-3255-FC3C-EE82-59E307C0AD17}"/>
          </ac:spMkLst>
        </pc:spChg>
        <pc:picChg chg="add mod">
          <ac:chgData name="Rohit Pal Singh" userId="859b3f92-2821-47a0-90d2-5f8d0bf7af41" providerId="ADAL" clId="{938F746E-25C8-4EDD-85D0-4CBA09ECA62B}" dt="2026-02-09T14:47:10.924" v="235" actId="1076"/>
          <ac:picMkLst>
            <pc:docMk/>
            <pc:sldMk cId="4101153235" sldId="264"/>
            <ac:picMk id="5" creationId="{1FE4463B-17AA-E6D3-87E3-45EDD4EC41BA}"/>
          </ac:picMkLst>
        </pc:picChg>
        <pc:picChg chg="add mod">
          <ac:chgData name="Rohit Pal Singh" userId="859b3f92-2821-47a0-90d2-5f8d0bf7af41" providerId="ADAL" clId="{938F746E-25C8-4EDD-85D0-4CBA09ECA62B}" dt="2026-02-09T14:47:28.225" v="237" actId="1076"/>
          <ac:picMkLst>
            <pc:docMk/>
            <pc:sldMk cId="4101153235" sldId="264"/>
            <ac:picMk id="7" creationId="{51AF5442-2DB0-68A6-0680-C8A745673AB4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9T14:49:02.878" v="254" actId="1076"/>
        <pc:sldMkLst>
          <pc:docMk/>
          <pc:sldMk cId="3060108707" sldId="265"/>
        </pc:sldMkLst>
        <pc:spChg chg="mod">
          <ac:chgData name="Rohit Pal Singh" userId="859b3f92-2821-47a0-90d2-5f8d0bf7af41" providerId="ADAL" clId="{938F746E-25C8-4EDD-85D0-4CBA09ECA62B}" dt="2026-02-09T14:48:07.389" v="247" actId="1076"/>
          <ac:spMkLst>
            <pc:docMk/>
            <pc:sldMk cId="3060108707" sldId="265"/>
            <ac:spMk id="2" creationId="{7B6C740E-0E62-5E30-A3FE-392DBA6A7BEB}"/>
          </ac:spMkLst>
        </pc:spChg>
        <pc:spChg chg="del mod">
          <ac:chgData name="Rohit Pal Singh" userId="859b3f92-2821-47a0-90d2-5f8d0bf7af41" providerId="ADAL" clId="{938F746E-25C8-4EDD-85D0-4CBA09ECA62B}" dt="2026-02-09T14:47:45.822" v="244" actId="478"/>
          <ac:spMkLst>
            <pc:docMk/>
            <pc:sldMk cId="3060108707" sldId="265"/>
            <ac:spMk id="3" creationId="{2F16DC44-C664-C12E-FF97-8FB4915FAD9C}"/>
          </ac:spMkLst>
        </pc:spChg>
        <pc:picChg chg="add mod">
          <ac:chgData name="Rohit Pal Singh" userId="859b3f92-2821-47a0-90d2-5f8d0bf7af41" providerId="ADAL" clId="{938F746E-25C8-4EDD-85D0-4CBA09ECA62B}" dt="2026-02-09T14:48:44.161" v="251" actId="1076"/>
          <ac:picMkLst>
            <pc:docMk/>
            <pc:sldMk cId="3060108707" sldId="265"/>
            <ac:picMk id="5" creationId="{EA092B11-5497-5FA8-458E-03D592DE331C}"/>
          </ac:picMkLst>
        </pc:picChg>
        <pc:picChg chg="add mod">
          <ac:chgData name="Rohit Pal Singh" userId="859b3f92-2821-47a0-90d2-5f8d0bf7af41" providerId="ADAL" clId="{938F746E-25C8-4EDD-85D0-4CBA09ECA62B}" dt="2026-02-09T14:48:42.745" v="250" actId="1076"/>
          <ac:picMkLst>
            <pc:docMk/>
            <pc:sldMk cId="3060108707" sldId="265"/>
            <ac:picMk id="7" creationId="{921CC15A-C2E3-966B-EB44-F1C62C5CFB5E}"/>
          </ac:picMkLst>
        </pc:picChg>
        <pc:picChg chg="add mod">
          <ac:chgData name="Rohit Pal Singh" userId="859b3f92-2821-47a0-90d2-5f8d0bf7af41" providerId="ADAL" clId="{938F746E-25C8-4EDD-85D0-4CBA09ECA62B}" dt="2026-02-09T14:49:02.878" v="254" actId="1076"/>
          <ac:picMkLst>
            <pc:docMk/>
            <pc:sldMk cId="3060108707" sldId="265"/>
            <ac:picMk id="9" creationId="{D483CA14-178B-B1F2-DE91-ECBE2B64D0FD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9T14:52:02.850" v="267" actId="1076"/>
        <pc:sldMkLst>
          <pc:docMk/>
          <pc:sldMk cId="633790968" sldId="266"/>
        </pc:sldMkLst>
        <pc:spChg chg="mod">
          <ac:chgData name="Rohit Pal Singh" userId="859b3f92-2821-47a0-90d2-5f8d0bf7af41" providerId="ADAL" clId="{938F746E-25C8-4EDD-85D0-4CBA09ECA62B}" dt="2026-02-09T14:50:57.624" v="259" actId="27636"/>
          <ac:spMkLst>
            <pc:docMk/>
            <pc:sldMk cId="633790968" sldId="266"/>
            <ac:spMk id="2" creationId="{03615FEA-CACE-6162-16DC-521AF97CA9ED}"/>
          </ac:spMkLst>
        </pc:spChg>
        <pc:spChg chg="del">
          <ac:chgData name="Rohit Pal Singh" userId="859b3f92-2821-47a0-90d2-5f8d0bf7af41" providerId="ADAL" clId="{938F746E-25C8-4EDD-85D0-4CBA09ECA62B}" dt="2026-02-09T14:51:12.175" v="260" actId="478"/>
          <ac:spMkLst>
            <pc:docMk/>
            <pc:sldMk cId="633790968" sldId="266"/>
            <ac:spMk id="3" creationId="{AB295C2F-6EB5-C8F5-585B-8F0F55754B06}"/>
          </ac:spMkLst>
        </pc:spChg>
        <pc:picChg chg="add mod">
          <ac:chgData name="Rohit Pal Singh" userId="859b3f92-2821-47a0-90d2-5f8d0bf7af41" providerId="ADAL" clId="{938F746E-25C8-4EDD-85D0-4CBA09ECA62B}" dt="2026-02-09T14:51:17.427" v="263" actId="14100"/>
          <ac:picMkLst>
            <pc:docMk/>
            <pc:sldMk cId="633790968" sldId="266"/>
            <ac:picMk id="5" creationId="{E1E30443-E521-CA24-814E-D8B9E028561C}"/>
          </ac:picMkLst>
        </pc:picChg>
        <pc:picChg chg="add mod">
          <ac:chgData name="Rohit Pal Singh" userId="859b3f92-2821-47a0-90d2-5f8d0bf7af41" providerId="ADAL" clId="{938F746E-25C8-4EDD-85D0-4CBA09ECA62B}" dt="2026-02-09T14:51:43.567" v="265" actId="1076"/>
          <ac:picMkLst>
            <pc:docMk/>
            <pc:sldMk cId="633790968" sldId="266"/>
            <ac:picMk id="7" creationId="{BB450414-3626-DBE4-DC9A-6E9E425C7786}"/>
          </ac:picMkLst>
        </pc:picChg>
        <pc:picChg chg="add mod">
          <ac:chgData name="Rohit Pal Singh" userId="859b3f92-2821-47a0-90d2-5f8d0bf7af41" providerId="ADAL" clId="{938F746E-25C8-4EDD-85D0-4CBA09ECA62B}" dt="2026-02-09T14:52:02.850" v="267" actId="1076"/>
          <ac:picMkLst>
            <pc:docMk/>
            <pc:sldMk cId="633790968" sldId="266"/>
            <ac:picMk id="9" creationId="{EF8BADE6-611D-10C2-9DE2-A5B13D30E00F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9T14:53:47.478" v="277" actId="255"/>
        <pc:sldMkLst>
          <pc:docMk/>
          <pc:sldMk cId="2262716442" sldId="267"/>
        </pc:sldMkLst>
        <pc:spChg chg="del">
          <ac:chgData name="Rohit Pal Singh" userId="859b3f92-2821-47a0-90d2-5f8d0bf7af41" providerId="ADAL" clId="{938F746E-25C8-4EDD-85D0-4CBA09ECA62B}" dt="2026-02-09T14:53:13.548" v="270" actId="478"/>
          <ac:spMkLst>
            <pc:docMk/>
            <pc:sldMk cId="2262716442" sldId="267"/>
            <ac:spMk id="2" creationId="{2E56B94E-2C27-3C6C-B4D9-DCD31D355B17}"/>
          </ac:spMkLst>
        </pc:spChg>
        <pc:spChg chg="del">
          <ac:chgData name="Rohit Pal Singh" userId="859b3f92-2821-47a0-90d2-5f8d0bf7af41" providerId="ADAL" clId="{938F746E-25C8-4EDD-85D0-4CBA09ECA62B}" dt="2026-02-09T14:53:10.872" v="269" actId="478"/>
          <ac:spMkLst>
            <pc:docMk/>
            <pc:sldMk cId="2262716442" sldId="267"/>
            <ac:spMk id="3" creationId="{C93CF491-E16F-E422-FF17-DA44B9A8ADB8}"/>
          </ac:spMkLst>
        </pc:spChg>
        <pc:spChg chg="add mod">
          <ac:chgData name="Rohit Pal Singh" userId="859b3f92-2821-47a0-90d2-5f8d0bf7af41" providerId="ADAL" clId="{938F746E-25C8-4EDD-85D0-4CBA09ECA62B}" dt="2026-02-09T14:53:47.478" v="277" actId="255"/>
          <ac:spMkLst>
            <pc:docMk/>
            <pc:sldMk cId="2262716442" sldId="267"/>
            <ac:spMk id="9" creationId="{75BB9A2A-7D37-5377-33F8-001B60DEEB16}"/>
          </ac:spMkLst>
        </pc:spChg>
        <pc:picChg chg="add del mod">
          <ac:chgData name="Rohit Pal Singh" userId="859b3f92-2821-47a0-90d2-5f8d0bf7af41" providerId="ADAL" clId="{938F746E-25C8-4EDD-85D0-4CBA09ECA62B}" dt="2026-02-09T14:53:22.749" v="273" actId="478"/>
          <ac:picMkLst>
            <pc:docMk/>
            <pc:sldMk cId="2262716442" sldId="267"/>
            <ac:picMk id="5" creationId="{BD6F72F7-024B-14EF-37F7-F79808B081DB}"/>
          </ac:picMkLst>
        </pc:picChg>
        <pc:picChg chg="add">
          <ac:chgData name="Rohit Pal Singh" userId="859b3f92-2821-47a0-90d2-5f8d0bf7af41" providerId="ADAL" clId="{938F746E-25C8-4EDD-85D0-4CBA09ECA62B}" dt="2026-02-09T14:53:30.192" v="274" actId="22"/>
          <ac:picMkLst>
            <pc:docMk/>
            <pc:sldMk cId="2262716442" sldId="267"/>
            <ac:picMk id="7" creationId="{786F1E63-7918-4650-A015-865FC7A7644E}"/>
          </ac:picMkLst>
        </pc:picChg>
      </pc:sldChg>
      <pc:sldChg chg="delSp modSp new mod">
        <pc:chgData name="Rohit Pal Singh" userId="859b3f92-2821-47a0-90d2-5f8d0bf7af41" providerId="ADAL" clId="{938F746E-25C8-4EDD-85D0-4CBA09ECA62B}" dt="2026-02-09T14:54:48.293" v="289" actId="478"/>
        <pc:sldMkLst>
          <pc:docMk/>
          <pc:sldMk cId="3121907865" sldId="268"/>
        </pc:sldMkLst>
        <pc:spChg chg="mod">
          <ac:chgData name="Rohit Pal Singh" userId="859b3f92-2821-47a0-90d2-5f8d0bf7af41" providerId="ADAL" clId="{938F746E-25C8-4EDD-85D0-4CBA09ECA62B}" dt="2026-02-09T14:54:43.988" v="288" actId="122"/>
          <ac:spMkLst>
            <pc:docMk/>
            <pc:sldMk cId="3121907865" sldId="268"/>
            <ac:spMk id="2" creationId="{7F9E4324-992C-9C25-DFA6-6FB7E1C85EA2}"/>
          </ac:spMkLst>
        </pc:spChg>
        <pc:spChg chg="del">
          <ac:chgData name="Rohit Pal Singh" userId="859b3f92-2821-47a0-90d2-5f8d0bf7af41" providerId="ADAL" clId="{938F746E-25C8-4EDD-85D0-4CBA09ECA62B}" dt="2026-02-09T14:54:48.293" v="289" actId="478"/>
          <ac:spMkLst>
            <pc:docMk/>
            <pc:sldMk cId="3121907865" sldId="268"/>
            <ac:spMk id="3" creationId="{59B442A8-3919-B7FD-2C16-0AFFAB3B0A3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7E4300-06AD-4890-9AA1-0110F932839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C62E0-03E8-4C07-9A53-9DA568B4B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33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C62E0-03E8-4C07-9A53-9DA568B4BE1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33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DF401-9EE8-4AF9-C711-2F1D2EEDE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C35E8-79CC-5658-D751-0DDB783ED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4DAA6-24B5-D33B-C176-06CB6441D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FD0D-56A2-40A1-8524-C9756D72F71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C4D67-C082-DFD9-3507-E4BD3C3E0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8DC1D-DBCD-3B80-46BB-E2C97A2F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C0D1-3448-44A6-8E3C-9BD28FB7E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48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C42C-2463-160A-C467-0CA0538D9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91753-512F-7254-0CF8-0D25D8DCA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1EB54-D282-CC92-E11F-F3453E4E6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FD0D-56A2-40A1-8524-C9756D72F71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AAA92-4772-9091-F385-1C0F450F4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AA0D9-3D19-8314-E99B-8A74115D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C0D1-3448-44A6-8E3C-9BD28FB7E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83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62FB-781C-2BBF-1C86-54B360E37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18F0D-0105-013D-B339-DEC7E6EF2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1D426-F79F-C9E4-D036-25ED3FA3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FD0D-56A2-40A1-8524-C9756D72F71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B0EDB-DA31-D945-ABE3-C2445481D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79E50-2C59-FF8F-F936-443312BB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C0D1-3448-44A6-8E3C-9BD28FB7E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94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DB604-E4CB-65C5-0D3A-57E1F1F8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65D7A-6B35-1CD5-2F0A-FB391D18F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4EB65-02BA-84AE-972E-00FFA12D8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8A5CD-306B-9CD7-43C7-92AB4F7E4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FD0D-56A2-40A1-8524-C9756D72F71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9FD46-A56C-EA89-3B45-3550788B8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CD1D8-1491-166C-59E7-659502D68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C0D1-3448-44A6-8E3C-9BD28FB7E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15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3521-BA6A-6E4E-2625-D18575367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75341-2353-90DA-965F-08D685420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0025D-B7D5-B82F-A8AB-D48A08F9A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4CDBBB-4F66-B7EA-77EF-D1A28F2B8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D32D1D-A64F-39FD-2F24-CDBE3C270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B23B91-B822-116F-2BA4-93428B0AC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FD0D-56A2-40A1-8524-C9756D72F71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721574-9804-B7AC-EDE2-3850AE98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BED91-A1E9-083F-08C8-401746449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C0D1-3448-44A6-8E3C-9BD28FB7E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84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0C8F4-81F4-4748-3F4C-A2E85558C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8FB880-D551-ABDE-3B20-9FEC89D80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FD0D-56A2-40A1-8524-C9756D72F71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949937-CD57-A3A6-06E3-25542F2EE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B6F8E-A463-0356-9EA5-3C64A8D1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C0D1-3448-44A6-8E3C-9BD28FB7E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9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5D4AE6-1F40-487B-B909-605C72AAD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FD0D-56A2-40A1-8524-C9756D72F71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346E38-ED9F-FD4C-41E4-76362860D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8E098-2547-5600-0BD2-14C653B6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C0D1-3448-44A6-8E3C-9BD28FB7E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56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B352B-D3EA-86F4-6E1A-B781B3535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245A6-712B-5D9B-74C9-78A72D009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B37B0-3636-E759-407B-0C5EB873A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E9E2A-037E-B4CD-BA42-009D33E26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FD0D-56A2-40A1-8524-C9756D72F71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118C4-1129-62BF-C207-F06EFA5C0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083E5-27A5-E0EA-0C3B-F91845092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C0D1-3448-44A6-8E3C-9BD28FB7E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4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F6932-E6C9-B7AB-1950-9E2250A85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C6D84-EC6A-600D-759E-23EE0F1C2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2D8AB-EACA-6307-5F7C-5DC27B157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BF4BC-FB17-F45F-300D-D06380B80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FD0D-56A2-40A1-8524-C9756D72F71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AB446-3538-864A-ABCD-03FF1A691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42050-4B49-8B17-41FD-31D70389C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C0D1-3448-44A6-8E3C-9BD28FB7E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88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30D17-6FC2-4822-1B03-4501CCCD5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315C0A-6553-BD6A-689C-CDE1B3BFE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58786-F020-E2C2-9E64-1B175E8C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FD0D-56A2-40A1-8524-C9756D72F71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53901-99C2-F706-86F4-6ADC7B65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6B308-079F-302F-FA48-4B303CB4A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C0D1-3448-44A6-8E3C-9BD28FB7E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30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D25F7-9030-25A6-F4A1-0D8EAC70C9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54BC2-5A54-792E-80D5-959AB9B46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958FD-5B59-CCE2-76C9-A1C746F4D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FD0D-56A2-40A1-8524-C9756D72F71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F5892-68F5-16A3-E20C-60DA2616A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33E7A-1846-8D6C-4408-D6F62E2CE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C0D1-3448-44A6-8E3C-9BD28FB7E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40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52A7E4-6E00-EAF1-4827-720DFB5CC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6AE25-1208-6EB2-A5CD-1307D0DCC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B3674-2A1B-6161-83AA-94D00238CE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C7FD0D-56A2-40A1-8524-C9756D72F71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88B87-B203-6B76-40FA-CEC63098B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C8039-D169-1F9A-C70D-CD3FF3073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6C0D1-3448-44A6-8E3C-9BD28FB7E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5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7E79B-E14B-9893-5F7A-849C1CFFF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829" y="526144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Doubly Linked List Implementation in C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2FFDD4-4424-02B2-E4EE-62FD5B90E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3743" y="3020333"/>
            <a:ext cx="9144000" cy="1655762"/>
          </a:xfrm>
        </p:spPr>
        <p:txBody>
          <a:bodyPr/>
          <a:lstStyle/>
          <a:p>
            <a:r>
              <a:rPr lang="en-US" b="1" dirty="0"/>
              <a:t>Data Structures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216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648D5-D9E9-DA59-DC4E-AD15D9DD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Doubly Linked List?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5F13C-81FC-D021-ED8B-C46467FC8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Linear data structure with </a:t>
            </a:r>
            <a:r>
              <a:rPr lang="en-US" b="1" dirty="0"/>
              <a:t>bidirectional links</a:t>
            </a:r>
            <a:endParaRPr lang="en-US" dirty="0"/>
          </a:p>
          <a:p>
            <a:r>
              <a:rPr lang="en-US" dirty="0"/>
              <a:t>Each node contains:</a:t>
            </a:r>
          </a:p>
          <a:p>
            <a:pPr lvl="1"/>
            <a:r>
              <a:rPr lang="en-US" b="1" dirty="0"/>
              <a:t>Data</a:t>
            </a:r>
            <a:endParaRPr lang="en-US" dirty="0"/>
          </a:p>
          <a:p>
            <a:pPr lvl="1"/>
            <a:r>
              <a:rPr lang="en-US" b="1" dirty="0"/>
              <a:t>Pointer to previous node</a:t>
            </a:r>
            <a:endParaRPr lang="en-US" dirty="0"/>
          </a:p>
          <a:p>
            <a:pPr lvl="1"/>
            <a:r>
              <a:rPr lang="en-US" b="1" dirty="0"/>
              <a:t>Pointer to next node</a:t>
            </a:r>
            <a:endParaRPr lang="en-US" dirty="0"/>
          </a:p>
          <a:p>
            <a:r>
              <a:rPr lang="en-US" b="1" dirty="0"/>
              <a:t>C Benefits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Direct memory control</a:t>
            </a:r>
          </a:p>
          <a:p>
            <a:pPr lvl="1"/>
            <a:r>
              <a:rPr lang="en-US" dirty="0"/>
              <a:t>Efficient pointer operations</a:t>
            </a:r>
          </a:p>
          <a:p>
            <a:pPr lvl="1"/>
            <a:r>
              <a:rPr lang="en-US" dirty="0"/>
              <a:t>Foundation for complex structures</a:t>
            </a:r>
          </a:p>
          <a:p>
            <a:r>
              <a:rPr lang="en-US" b="1" dirty="0"/>
              <a:t>Visual</a:t>
            </a:r>
            <a:r>
              <a:rPr lang="en-US" dirty="0"/>
              <a:t>: </a:t>
            </a:r>
          </a:p>
          <a:p>
            <a:r>
              <a:rPr lang="en-US" dirty="0"/>
              <a:t>NULL ⇄ [</a:t>
            </a:r>
            <a:r>
              <a:rPr lang="en-US" dirty="0" err="1"/>
              <a:t>prev|data|next</a:t>
            </a:r>
            <a:r>
              <a:rPr lang="en-US" dirty="0"/>
              <a:t>] ⇄ [</a:t>
            </a:r>
            <a:r>
              <a:rPr lang="en-US" dirty="0" err="1"/>
              <a:t>prev|data|next</a:t>
            </a:r>
            <a:r>
              <a:rPr lang="en-US" dirty="0"/>
              <a:t>] ⇄ [</a:t>
            </a:r>
            <a:r>
              <a:rPr lang="en-US" dirty="0" err="1"/>
              <a:t>prev|data|next</a:t>
            </a:r>
            <a:r>
              <a:rPr lang="en-US" dirty="0"/>
              <a:t>] ⇄ NULL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46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6D5C8-791B-E1E0-7D4B-DF34E813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Node Structure in C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384E0C-5A9D-9F1A-B867-3DA388C2C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556" y="1690688"/>
            <a:ext cx="5944430" cy="1905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5516E7-ED37-1645-FA4C-8869D1E2A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556" y="4554909"/>
            <a:ext cx="3229426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701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F24D0-42D7-807A-C1C0-7FC9B959F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>
            <a:normAutofit/>
          </a:bodyPr>
          <a:lstStyle/>
          <a:p>
            <a:r>
              <a:rPr lang="en-US" b="1" dirty="0"/>
              <a:t>Creating a New Node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FFF32-AB67-307F-2B36-008080AEA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26" y="1529657"/>
            <a:ext cx="5201376" cy="4963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02025F-0024-CA12-564A-D288FC5EA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34" y="6391254"/>
            <a:ext cx="266737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29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F4266-6476-4802-89A2-D75818979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6104"/>
          </a:xfrm>
        </p:spPr>
        <p:txBody>
          <a:bodyPr/>
          <a:lstStyle/>
          <a:p>
            <a:r>
              <a:rPr lang="en-US" b="1" dirty="0"/>
              <a:t>Insertion at Beginning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BDE6B-F0C8-BCF1-F4B5-3CAB755E7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122" y="1258335"/>
            <a:ext cx="5048955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97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F767B-0DBA-F44A-80C1-FC114709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Insertion at End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8B6224-0574-F1AF-6F1A-945EABF00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257" y="1055914"/>
            <a:ext cx="4248743" cy="4429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395154-D038-6C00-0A79-22328B070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257" y="5485657"/>
            <a:ext cx="2638793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26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493B4-F369-D66F-4FF9-E1BC66CB4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0"/>
            <a:ext cx="10515600" cy="970565"/>
          </a:xfrm>
        </p:spPr>
        <p:txBody>
          <a:bodyPr/>
          <a:lstStyle/>
          <a:p>
            <a:r>
              <a:rPr lang="en-US" b="1" dirty="0"/>
              <a:t>Insertion at Specific Position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ADEF07-CF6E-3D7C-DA0D-827026ED2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4329"/>
            <a:ext cx="5952254" cy="4372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C7889C-2A74-F492-CE2D-06E3D060D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65912"/>
            <a:ext cx="5952254" cy="45488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1F23A7-C547-DD8E-A6E0-D683ED0E43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8060" y="5314735"/>
            <a:ext cx="3791479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14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89B16-D686-7F69-F1FD-330F6B432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9646"/>
          </a:xfrm>
        </p:spPr>
        <p:txBody>
          <a:bodyPr>
            <a:normAutofit/>
          </a:bodyPr>
          <a:lstStyle/>
          <a:p>
            <a:r>
              <a:rPr lang="en-US" b="1" dirty="0"/>
              <a:t>Deletion from Beginning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D569F-3F41-48A0-243A-6FA4A6267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131" y="1164772"/>
            <a:ext cx="4763165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784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09307-1AF1-C63C-A153-AD7F43687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714" y="169184"/>
            <a:ext cx="10515600" cy="734332"/>
          </a:xfrm>
        </p:spPr>
        <p:txBody>
          <a:bodyPr/>
          <a:lstStyle/>
          <a:p>
            <a:r>
              <a:rPr lang="en-US" b="1" dirty="0"/>
              <a:t>Deletion from End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E4463B-17AA-E6D3-87E3-45EDD4EC4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91" y="1190873"/>
            <a:ext cx="4172532" cy="4725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AF5442-2DB0-68A6-0680-C8A745673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02063"/>
            <a:ext cx="4391638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53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C740E-0E62-5E30-A3FE-392DBA6A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14" y="0"/>
            <a:ext cx="10515600" cy="66901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Deletion by Value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092B11-5497-5FA8-458E-03D592DE3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96" y="669018"/>
            <a:ext cx="5144218" cy="4686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1CC15A-C2E3-966B-EB44-F1C62C5CF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202" y="388938"/>
            <a:ext cx="5896798" cy="4734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83CA14-178B-B1F2-DE91-ECBE2B64D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202" y="5123524"/>
            <a:ext cx="5458587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08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15FEA-CACE-6162-16DC-521AF97CA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83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Traversal Functions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30443-E521-CA24-814E-D8B9E0285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598" y="1144072"/>
            <a:ext cx="4874929" cy="4897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450414-3626-DBE4-DC9A-6E9E425C7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703" y="236458"/>
            <a:ext cx="4467849" cy="4382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8BADE6-611D-10C2-9DE2-A5B13D30E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703" y="4585913"/>
            <a:ext cx="4267796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90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6F1E63-7918-4650-A015-865FC7A76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62" y="1228418"/>
            <a:ext cx="9145276" cy="44011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BB9A2A-7D37-5377-33F8-001B60DEEB16}"/>
              </a:ext>
            </a:extLst>
          </p:cNvPr>
          <p:cNvSpPr txBox="1"/>
          <p:nvPr/>
        </p:nvSpPr>
        <p:spPr>
          <a:xfrm>
            <a:off x="1295400" y="384903"/>
            <a:ext cx="6096000" cy="404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0F1115"/>
                </a:solidFill>
                <a:effectLst/>
                <a:latin typeface="quote-cjk-patch"/>
              </a:rPr>
              <a:t>Complexity Analysis</a:t>
            </a:r>
          </a:p>
        </p:txBody>
      </p:sp>
    </p:spTree>
    <p:extLst>
      <p:ext uri="{BB962C8B-B14F-4D97-AF65-F5344CB8AC3E}">
        <p14:creationId xmlns:p14="http://schemas.microsoft.com/office/powerpoint/2010/main" val="2262716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4324-992C-9C25-DFA6-6FB7E1C85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2190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112</Words>
  <Application>Microsoft Office PowerPoint</Application>
  <PresentationFormat>Widescreen</PresentationFormat>
  <Paragraphs>26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quote-cjk-patch</vt:lpstr>
      <vt:lpstr>Office Theme</vt:lpstr>
      <vt:lpstr>Doubly Linked List Implementation in C</vt:lpstr>
      <vt:lpstr>What is Doubly Linked List? </vt:lpstr>
      <vt:lpstr>Node Structure in C </vt:lpstr>
      <vt:lpstr>Creating a New Node</vt:lpstr>
      <vt:lpstr>Insertion at Beginning</vt:lpstr>
      <vt:lpstr>Insertion at End</vt:lpstr>
      <vt:lpstr>Insertion at Specific Position</vt:lpstr>
      <vt:lpstr>Deletion from Beginning</vt:lpstr>
      <vt:lpstr>Deletion from End</vt:lpstr>
      <vt:lpstr>Deletion by Value</vt:lpstr>
      <vt:lpstr>Traversal Functions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Pal Singh</dc:creator>
  <cp:lastModifiedBy>Rohit Pal Singh</cp:lastModifiedBy>
  <cp:revision>1</cp:revision>
  <dcterms:created xsi:type="dcterms:W3CDTF">2026-02-09T14:30:28Z</dcterms:created>
  <dcterms:modified xsi:type="dcterms:W3CDTF">2026-02-09T14:54:56Z</dcterms:modified>
</cp:coreProperties>
</file>