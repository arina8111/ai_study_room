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7" r:id="rId22"/>
    <p:sldId id="278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85D90E-1D79-4B1E-BC53-8A0AA6D77009}" v="34" dt="2026-02-06T06:14:45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Pal Singh" userId="859b3f92-2821-47a0-90d2-5f8d0bf7af41" providerId="ADAL" clId="{938F746E-25C8-4EDD-85D0-4CBA09ECA62B}"/>
    <pc:docChg chg="custSel addSld modSld">
      <pc:chgData name="Rohit Pal Singh" userId="859b3f92-2821-47a0-90d2-5f8d0bf7af41" providerId="ADAL" clId="{938F746E-25C8-4EDD-85D0-4CBA09ECA62B}" dt="2026-02-06T06:14:46.414" v="421" actId="20577"/>
      <pc:docMkLst>
        <pc:docMk/>
      </pc:docMkLst>
      <pc:sldChg chg="addSp modSp mod">
        <pc:chgData name="Rohit Pal Singh" userId="859b3f92-2821-47a0-90d2-5f8d0bf7af41" providerId="ADAL" clId="{938F746E-25C8-4EDD-85D0-4CBA09ECA62B}" dt="2026-02-06T06:07:30.715" v="313" actId="122"/>
        <pc:sldMkLst>
          <pc:docMk/>
          <pc:sldMk cId="1376131845" sldId="256"/>
        </pc:sldMkLst>
        <pc:spChg chg="mod">
          <ac:chgData name="Rohit Pal Singh" userId="859b3f92-2821-47a0-90d2-5f8d0bf7af41" providerId="ADAL" clId="{938F746E-25C8-4EDD-85D0-4CBA09ECA62B}" dt="2026-02-06T05:41:23.677" v="9" actId="14100"/>
          <ac:spMkLst>
            <pc:docMk/>
            <pc:sldMk cId="1376131845" sldId="256"/>
            <ac:spMk id="2" creationId="{921A23FF-5CD0-73A9-F472-702493273FB9}"/>
          </ac:spMkLst>
        </pc:spChg>
        <pc:spChg chg="mod">
          <ac:chgData name="Rohit Pal Singh" userId="859b3f92-2821-47a0-90d2-5f8d0bf7af41" providerId="ADAL" clId="{938F746E-25C8-4EDD-85D0-4CBA09ECA62B}" dt="2026-02-06T05:41:34.477" v="33" actId="1076"/>
          <ac:spMkLst>
            <pc:docMk/>
            <pc:sldMk cId="1376131845" sldId="256"/>
            <ac:spMk id="3" creationId="{C08D53A2-F506-0728-B742-3A63FF0E6150}"/>
          </ac:spMkLst>
        </pc:spChg>
        <pc:spChg chg="add mod">
          <ac:chgData name="Rohit Pal Singh" userId="859b3f92-2821-47a0-90d2-5f8d0bf7af41" providerId="ADAL" clId="{938F746E-25C8-4EDD-85D0-4CBA09ECA62B}" dt="2026-02-06T06:07:30.715" v="313" actId="122"/>
          <ac:spMkLst>
            <pc:docMk/>
            <pc:sldMk cId="1376131845" sldId="256"/>
            <ac:spMk id="5" creationId="{3CBBE823-AEB1-BA42-8165-6EDB9D3A8260}"/>
          </ac:spMkLst>
        </pc:spChg>
      </pc:sldChg>
      <pc:sldChg chg="addSp delSp modSp new mod">
        <pc:chgData name="Rohit Pal Singh" userId="859b3f92-2821-47a0-90d2-5f8d0bf7af41" providerId="ADAL" clId="{938F746E-25C8-4EDD-85D0-4CBA09ECA62B}" dt="2026-02-06T05:42:51.384" v="39" actId="1076"/>
        <pc:sldMkLst>
          <pc:docMk/>
          <pc:sldMk cId="3333982753" sldId="257"/>
        </pc:sldMkLst>
        <pc:spChg chg="mod">
          <ac:chgData name="Rohit Pal Singh" userId="859b3f92-2821-47a0-90d2-5f8d0bf7af41" providerId="ADAL" clId="{938F746E-25C8-4EDD-85D0-4CBA09ECA62B}" dt="2026-02-06T05:41:47.214" v="36" actId="20577"/>
          <ac:spMkLst>
            <pc:docMk/>
            <pc:sldMk cId="3333982753" sldId="257"/>
            <ac:spMk id="2" creationId="{DA42AC04-5E20-8102-9F04-DCA344F57E2A}"/>
          </ac:spMkLst>
        </pc:spChg>
        <pc:spChg chg="del">
          <ac:chgData name="Rohit Pal Singh" userId="859b3f92-2821-47a0-90d2-5f8d0bf7af41" providerId="ADAL" clId="{938F746E-25C8-4EDD-85D0-4CBA09ECA62B}" dt="2026-02-06T05:42:46.627" v="37" actId="478"/>
          <ac:spMkLst>
            <pc:docMk/>
            <pc:sldMk cId="3333982753" sldId="257"/>
            <ac:spMk id="3" creationId="{A20378BC-A4A8-98D4-DFD5-B48A99A605B9}"/>
          </ac:spMkLst>
        </pc:spChg>
        <pc:picChg chg="add mod">
          <ac:chgData name="Rohit Pal Singh" userId="859b3f92-2821-47a0-90d2-5f8d0bf7af41" providerId="ADAL" clId="{938F746E-25C8-4EDD-85D0-4CBA09ECA62B}" dt="2026-02-06T05:42:51.384" v="39" actId="1076"/>
          <ac:picMkLst>
            <pc:docMk/>
            <pc:sldMk cId="3333982753" sldId="257"/>
            <ac:picMk id="5" creationId="{A5ED31C7-CAFF-A337-FD86-ED8F6B2BD8A1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43:45.288" v="46" actId="14100"/>
        <pc:sldMkLst>
          <pc:docMk/>
          <pc:sldMk cId="1794183196" sldId="258"/>
        </pc:sldMkLst>
        <pc:spChg chg="mod">
          <ac:chgData name="Rohit Pal Singh" userId="859b3f92-2821-47a0-90d2-5f8d0bf7af41" providerId="ADAL" clId="{938F746E-25C8-4EDD-85D0-4CBA09ECA62B}" dt="2026-02-06T05:43:45.288" v="46" actId="14100"/>
          <ac:spMkLst>
            <pc:docMk/>
            <pc:sldMk cId="1794183196" sldId="258"/>
            <ac:spMk id="2" creationId="{E989863F-2D73-97BC-83E6-84975D0874C0}"/>
          </ac:spMkLst>
        </pc:spChg>
        <pc:spChg chg="del">
          <ac:chgData name="Rohit Pal Singh" userId="859b3f92-2821-47a0-90d2-5f8d0bf7af41" providerId="ADAL" clId="{938F746E-25C8-4EDD-85D0-4CBA09ECA62B}" dt="2026-02-06T05:43:39.418" v="43" actId="478"/>
          <ac:spMkLst>
            <pc:docMk/>
            <pc:sldMk cId="1794183196" sldId="258"/>
            <ac:spMk id="3" creationId="{A4D87DC6-BF68-1832-BA2B-9B305C7EA6A6}"/>
          </ac:spMkLst>
        </pc:spChg>
        <pc:picChg chg="add mod">
          <ac:chgData name="Rohit Pal Singh" userId="859b3f92-2821-47a0-90d2-5f8d0bf7af41" providerId="ADAL" clId="{938F746E-25C8-4EDD-85D0-4CBA09ECA62B}" dt="2026-02-06T05:43:42.380" v="45" actId="1076"/>
          <ac:picMkLst>
            <pc:docMk/>
            <pc:sldMk cId="1794183196" sldId="258"/>
            <ac:picMk id="5" creationId="{B0DEA41C-9962-6BD6-5AD2-2300EBAB44B9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44:38.022" v="55" actId="1076"/>
        <pc:sldMkLst>
          <pc:docMk/>
          <pc:sldMk cId="308888775" sldId="259"/>
        </pc:sldMkLst>
        <pc:spChg chg="mod">
          <ac:chgData name="Rohit Pal Singh" userId="859b3f92-2821-47a0-90d2-5f8d0bf7af41" providerId="ADAL" clId="{938F746E-25C8-4EDD-85D0-4CBA09ECA62B}" dt="2026-02-06T05:44:01.010" v="50" actId="14100"/>
          <ac:spMkLst>
            <pc:docMk/>
            <pc:sldMk cId="308888775" sldId="259"/>
            <ac:spMk id="2" creationId="{93451104-838F-D4C3-A991-0F0E9E9FD28D}"/>
          </ac:spMkLst>
        </pc:spChg>
        <pc:spChg chg="del">
          <ac:chgData name="Rohit Pal Singh" userId="859b3f92-2821-47a0-90d2-5f8d0bf7af41" providerId="ADAL" clId="{938F746E-25C8-4EDD-85D0-4CBA09ECA62B}" dt="2026-02-06T05:44:03.557" v="51" actId="478"/>
          <ac:spMkLst>
            <pc:docMk/>
            <pc:sldMk cId="308888775" sldId="259"/>
            <ac:spMk id="3" creationId="{497C7EBA-2954-9A06-A75F-F69E5867D9AA}"/>
          </ac:spMkLst>
        </pc:spChg>
        <pc:picChg chg="add mod">
          <ac:chgData name="Rohit Pal Singh" userId="859b3f92-2821-47a0-90d2-5f8d0bf7af41" providerId="ADAL" clId="{938F746E-25C8-4EDD-85D0-4CBA09ECA62B}" dt="2026-02-06T05:44:25.159" v="53" actId="1076"/>
          <ac:picMkLst>
            <pc:docMk/>
            <pc:sldMk cId="308888775" sldId="259"/>
            <ac:picMk id="5" creationId="{067693EA-35E0-E00A-B562-76E3643ED212}"/>
          </ac:picMkLst>
        </pc:picChg>
        <pc:picChg chg="add mod">
          <ac:chgData name="Rohit Pal Singh" userId="859b3f92-2821-47a0-90d2-5f8d0bf7af41" providerId="ADAL" clId="{938F746E-25C8-4EDD-85D0-4CBA09ECA62B}" dt="2026-02-06T05:44:38.022" v="55" actId="1076"/>
          <ac:picMkLst>
            <pc:docMk/>
            <pc:sldMk cId="308888775" sldId="259"/>
            <ac:picMk id="7" creationId="{DBB43DDB-64EA-5676-2C38-375C008F1A7E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45:34.096" v="66" actId="1076"/>
        <pc:sldMkLst>
          <pc:docMk/>
          <pc:sldMk cId="4039846435" sldId="260"/>
        </pc:sldMkLst>
        <pc:spChg chg="mod">
          <ac:chgData name="Rohit Pal Singh" userId="859b3f92-2821-47a0-90d2-5f8d0bf7af41" providerId="ADAL" clId="{938F746E-25C8-4EDD-85D0-4CBA09ECA62B}" dt="2026-02-06T05:44:50.872" v="60" actId="27636"/>
          <ac:spMkLst>
            <pc:docMk/>
            <pc:sldMk cId="4039846435" sldId="260"/>
            <ac:spMk id="2" creationId="{9A7FDB70-76DE-06BF-97BA-5FE7029C47BC}"/>
          </ac:spMkLst>
        </pc:spChg>
        <pc:spChg chg="del mod">
          <ac:chgData name="Rohit Pal Singh" userId="859b3f92-2821-47a0-90d2-5f8d0bf7af41" providerId="ADAL" clId="{938F746E-25C8-4EDD-85D0-4CBA09ECA62B}" dt="2026-02-06T05:44:53.619" v="62" actId="478"/>
          <ac:spMkLst>
            <pc:docMk/>
            <pc:sldMk cId="4039846435" sldId="260"/>
            <ac:spMk id="3" creationId="{830FCD08-8A6F-DD56-CFB2-62D6AA6BE356}"/>
          </ac:spMkLst>
        </pc:spChg>
        <pc:picChg chg="add mod">
          <ac:chgData name="Rohit Pal Singh" userId="859b3f92-2821-47a0-90d2-5f8d0bf7af41" providerId="ADAL" clId="{938F746E-25C8-4EDD-85D0-4CBA09ECA62B}" dt="2026-02-06T05:45:21.609" v="64" actId="1076"/>
          <ac:picMkLst>
            <pc:docMk/>
            <pc:sldMk cId="4039846435" sldId="260"/>
            <ac:picMk id="5" creationId="{87967E1E-03C8-1110-8644-8D1A56ACE97D}"/>
          </ac:picMkLst>
        </pc:picChg>
        <pc:picChg chg="add mod">
          <ac:chgData name="Rohit Pal Singh" userId="859b3f92-2821-47a0-90d2-5f8d0bf7af41" providerId="ADAL" clId="{938F746E-25C8-4EDD-85D0-4CBA09ECA62B}" dt="2026-02-06T05:45:34.096" v="66" actId="1076"/>
          <ac:picMkLst>
            <pc:docMk/>
            <pc:sldMk cId="4039846435" sldId="260"/>
            <ac:picMk id="7" creationId="{1147EA46-E12A-D8BD-0027-B9356F0B05CF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47:25.109" v="78" actId="1076"/>
        <pc:sldMkLst>
          <pc:docMk/>
          <pc:sldMk cId="2815294278" sldId="261"/>
        </pc:sldMkLst>
        <pc:spChg chg="mod">
          <ac:chgData name="Rohit Pal Singh" userId="859b3f92-2821-47a0-90d2-5f8d0bf7af41" providerId="ADAL" clId="{938F746E-25C8-4EDD-85D0-4CBA09ECA62B}" dt="2026-02-06T05:45:47.632" v="72" actId="14100"/>
          <ac:spMkLst>
            <pc:docMk/>
            <pc:sldMk cId="2815294278" sldId="261"/>
            <ac:spMk id="2" creationId="{1A4AB3DB-B95D-9090-DC46-457177BC11DA}"/>
          </ac:spMkLst>
        </pc:spChg>
        <pc:spChg chg="del">
          <ac:chgData name="Rohit Pal Singh" userId="859b3f92-2821-47a0-90d2-5f8d0bf7af41" providerId="ADAL" clId="{938F746E-25C8-4EDD-85D0-4CBA09ECA62B}" dt="2026-02-06T05:45:49.321" v="73" actId="478"/>
          <ac:spMkLst>
            <pc:docMk/>
            <pc:sldMk cId="2815294278" sldId="261"/>
            <ac:spMk id="3" creationId="{D9461A50-3F70-FBC0-6CFA-96515395F3C8}"/>
          </ac:spMkLst>
        </pc:spChg>
        <pc:picChg chg="add mod">
          <ac:chgData name="Rohit Pal Singh" userId="859b3f92-2821-47a0-90d2-5f8d0bf7af41" providerId="ADAL" clId="{938F746E-25C8-4EDD-85D0-4CBA09ECA62B}" dt="2026-02-06T05:46:31.960" v="75" actId="1076"/>
          <ac:picMkLst>
            <pc:docMk/>
            <pc:sldMk cId="2815294278" sldId="261"/>
            <ac:picMk id="5" creationId="{3A68A4C5-59E1-3CA2-866D-16186AB1F1CD}"/>
          </ac:picMkLst>
        </pc:picChg>
        <pc:picChg chg="add mod">
          <ac:chgData name="Rohit Pal Singh" userId="859b3f92-2821-47a0-90d2-5f8d0bf7af41" providerId="ADAL" clId="{938F746E-25C8-4EDD-85D0-4CBA09ECA62B}" dt="2026-02-06T05:47:25.109" v="78" actId="1076"/>
          <ac:picMkLst>
            <pc:docMk/>
            <pc:sldMk cId="2815294278" sldId="261"/>
            <ac:picMk id="7" creationId="{35AD29A8-2B70-115A-6411-5C7806FDF8B0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50:35.981" v="101" actId="1076"/>
        <pc:sldMkLst>
          <pc:docMk/>
          <pc:sldMk cId="3370229995" sldId="262"/>
        </pc:sldMkLst>
        <pc:spChg chg="mod">
          <ac:chgData name="Rohit Pal Singh" userId="859b3f92-2821-47a0-90d2-5f8d0bf7af41" providerId="ADAL" clId="{938F746E-25C8-4EDD-85D0-4CBA09ECA62B}" dt="2026-02-06T05:48:57.468" v="86" actId="20577"/>
          <ac:spMkLst>
            <pc:docMk/>
            <pc:sldMk cId="3370229995" sldId="262"/>
            <ac:spMk id="2" creationId="{5E0A9CFC-6284-5661-A00A-180BCA2A8A95}"/>
          </ac:spMkLst>
        </pc:spChg>
        <pc:spChg chg="del">
          <ac:chgData name="Rohit Pal Singh" userId="859b3f92-2821-47a0-90d2-5f8d0bf7af41" providerId="ADAL" clId="{938F746E-25C8-4EDD-85D0-4CBA09ECA62B}" dt="2026-02-06T05:48:42.757" v="80" actId="478"/>
          <ac:spMkLst>
            <pc:docMk/>
            <pc:sldMk cId="3370229995" sldId="262"/>
            <ac:spMk id="3" creationId="{2B65B591-35BF-9627-A165-2CFB5692D2AD}"/>
          </ac:spMkLst>
        </pc:spChg>
        <pc:picChg chg="add del mod">
          <ac:chgData name="Rohit Pal Singh" userId="859b3f92-2821-47a0-90d2-5f8d0bf7af41" providerId="ADAL" clId="{938F746E-25C8-4EDD-85D0-4CBA09ECA62B}" dt="2026-02-06T05:49:26.541" v="88" actId="478"/>
          <ac:picMkLst>
            <pc:docMk/>
            <pc:sldMk cId="3370229995" sldId="262"/>
            <ac:picMk id="5" creationId="{E19219A0-76C1-2052-F4D3-82ABF098D28F}"/>
          </ac:picMkLst>
        </pc:picChg>
        <pc:picChg chg="add mod">
          <ac:chgData name="Rohit Pal Singh" userId="859b3f92-2821-47a0-90d2-5f8d0bf7af41" providerId="ADAL" clId="{938F746E-25C8-4EDD-85D0-4CBA09ECA62B}" dt="2026-02-06T05:50:08.729" v="97" actId="14100"/>
          <ac:picMkLst>
            <pc:docMk/>
            <pc:sldMk cId="3370229995" sldId="262"/>
            <ac:picMk id="7" creationId="{1E91D857-259D-3432-FBA0-97F59EB1660B}"/>
          </ac:picMkLst>
        </pc:picChg>
        <pc:picChg chg="add mod">
          <ac:chgData name="Rohit Pal Singh" userId="859b3f92-2821-47a0-90d2-5f8d0bf7af41" providerId="ADAL" clId="{938F746E-25C8-4EDD-85D0-4CBA09ECA62B}" dt="2026-02-06T05:50:05.698" v="96" actId="14100"/>
          <ac:picMkLst>
            <pc:docMk/>
            <pc:sldMk cId="3370229995" sldId="262"/>
            <ac:picMk id="9" creationId="{7BE6B8BA-2623-73C2-6511-0B59E9B4D3AE}"/>
          </ac:picMkLst>
        </pc:picChg>
        <pc:picChg chg="add mod">
          <ac:chgData name="Rohit Pal Singh" userId="859b3f92-2821-47a0-90d2-5f8d0bf7af41" providerId="ADAL" clId="{938F746E-25C8-4EDD-85D0-4CBA09ECA62B}" dt="2026-02-06T05:50:35.981" v="101" actId="1076"/>
          <ac:picMkLst>
            <pc:docMk/>
            <pc:sldMk cId="3370229995" sldId="262"/>
            <ac:picMk id="11" creationId="{D4F14DF5-4527-82AA-6D32-400648C8C5CB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51:17.211" v="108" actId="1076"/>
        <pc:sldMkLst>
          <pc:docMk/>
          <pc:sldMk cId="3060878441" sldId="263"/>
        </pc:sldMkLst>
        <pc:spChg chg="mod">
          <ac:chgData name="Rohit Pal Singh" userId="859b3f92-2821-47a0-90d2-5f8d0bf7af41" providerId="ADAL" clId="{938F746E-25C8-4EDD-85D0-4CBA09ECA62B}" dt="2026-02-06T05:50:48.973" v="104" actId="20577"/>
          <ac:spMkLst>
            <pc:docMk/>
            <pc:sldMk cId="3060878441" sldId="263"/>
            <ac:spMk id="2" creationId="{CA72F588-4DB4-FE80-9CF3-9101ACE06FF1}"/>
          </ac:spMkLst>
        </pc:spChg>
        <pc:spChg chg="del">
          <ac:chgData name="Rohit Pal Singh" userId="859b3f92-2821-47a0-90d2-5f8d0bf7af41" providerId="ADAL" clId="{938F746E-25C8-4EDD-85D0-4CBA09ECA62B}" dt="2026-02-06T05:51:04.907" v="105" actId="478"/>
          <ac:spMkLst>
            <pc:docMk/>
            <pc:sldMk cId="3060878441" sldId="263"/>
            <ac:spMk id="3" creationId="{AB5C05BC-5FAB-FB2A-34DD-805E511D1952}"/>
          </ac:spMkLst>
        </pc:spChg>
        <pc:picChg chg="add mod">
          <ac:chgData name="Rohit Pal Singh" userId="859b3f92-2821-47a0-90d2-5f8d0bf7af41" providerId="ADAL" clId="{938F746E-25C8-4EDD-85D0-4CBA09ECA62B}" dt="2026-02-06T05:51:17.211" v="108" actId="1076"/>
          <ac:picMkLst>
            <pc:docMk/>
            <pc:sldMk cId="3060878441" sldId="263"/>
            <ac:picMk id="5" creationId="{0DF49D8D-5E9C-640B-806A-7BB69D4D472D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52:09.290" v="122" actId="1076"/>
        <pc:sldMkLst>
          <pc:docMk/>
          <pc:sldMk cId="3602091035" sldId="264"/>
        </pc:sldMkLst>
        <pc:spChg chg="mod">
          <ac:chgData name="Rohit Pal Singh" userId="859b3f92-2821-47a0-90d2-5f8d0bf7af41" providerId="ADAL" clId="{938F746E-25C8-4EDD-85D0-4CBA09ECA62B}" dt="2026-02-06T05:51:21.218" v="111" actId="20577"/>
          <ac:spMkLst>
            <pc:docMk/>
            <pc:sldMk cId="3602091035" sldId="264"/>
            <ac:spMk id="2" creationId="{9D692D54-7676-CD86-4C08-FDFE03BF1A27}"/>
          </ac:spMkLst>
        </pc:spChg>
        <pc:spChg chg="del">
          <ac:chgData name="Rohit Pal Singh" userId="859b3f92-2821-47a0-90d2-5f8d0bf7af41" providerId="ADAL" clId="{938F746E-25C8-4EDD-85D0-4CBA09ECA62B}" dt="2026-02-06T05:51:35.350" v="112" actId="478"/>
          <ac:spMkLst>
            <pc:docMk/>
            <pc:sldMk cId="3602091035" sldId="264"/>
            <ac:spMk id="3" creationId="{859E3670-E759-EE2D-6774-3FB4282DFE73}"/>
          </ac:spMkLst>
        </pc:spChg>
        <pc:picChg chg="add mod">
          <ac:chgData name="Rohit Pal Singh" userId="859b3f92-2821-47a0-90d2-5f8d0bf7af41" providerId="ADAL" clId="{938F746E-25C8-4EDD-85D0-4CBA09ECA62B}" dt="2026-02-06T05:52:02.934" v="119" actId="14100"/>
          <ac:picMkLst>
            <pc:docMk/>
            <pc:sldMk cId="3602091035" sldId="264"/>
            <ac:picMk id="5" creationId="{BDD3B7AF-8344-2FC4-597D-551C2634383A}"/>
          </ac:picMkLst>
        </pc:picChg>
        <pc:picChg chg="add mod">
          <ac:chgData name="Rohit Pal Singh" userId="859b3f92-2821-47a0-90d2-5f8d0bf7af41" providerId="ADAL" clId="{938F746E-25C8-4EDD-85D0-4CBA09ECA62B}" dt="2026-02-06T05:52:09.290" v="122" actId="1076"/>
          <ac:picMkLst>
            <pc:docMk/>
            <pc:sldMk cId="3602091035" sldId="264"/>
            <ac:picMk id="7" creationId="{A2A92A5B-182F-31CE-8698-E7D0A70EE4D0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54:58.243" v="146" actId="14100"/>
        <pc:sldMkLst>
          <pc:docMk/>
          <pc:sldMk cId="336691890" sldId="265"/>
        </pc:sldMkLst>
        <pc:spChg chg="mod">
          <ac:chgData name="Rohit Pal Singh" userId="859b3f92-2821-47a0-90d2-5f8d0bf7af41" providerId="ADAL" clId="{938F746E-25C8-4EDD-85D0-4CBA09ECA62B}" dt="2026-02-06T05:52:53.436" v="126" actId="14100"/>
          <ac:spMkLst>
            <pc:docMk/>
            <pc:sldMk cId="336691890" sldId="265"/>
            <ac:spMk id="2" creationId="{1FA18C97-0C7F-618C-BA74-C95B95922857}"/>
          </ac:spMkLst>
        </pc:spChg>
        <pc:spChg chg="del">
          <ac:chgData name="Rohit Pal Singh" userId="859b3f92-2821-47a0-90d2-5f8d0bf7af41" providerId="ADAL" clId="{938F746E-25C8-4EDD-85D0-4CBA09ECA62B}" dt="2026-02-06T05:53:10.709" v="127" actId="478"/>
          <ac:spMkLst>
            <pc:docMk/>
            <pc:sldMk cId="336691890" sldId="265"/>
            <ac:spMk id="3" creationId="{B426CA3C-8084-D7B7-6A69-CBEFE0E6B493}"/>
          </ac:spMkLst>
        </pc:spChg>
        <pc:picChg chg="add mod">
          <ac:chgData name="Rohit Pal Singh" userId="859b3f92-2821-47a0-90d2-5f8d0bf7af41" providerId="ADAL" clId="{938F746E-25C8-4EDD-85D0-4CBA09ECA62B}" dt="2026-02-06T05:54:58.243" v="146" actId="14100"/>
          <ac:picMkLst>
            <pc:docMk/>
            <pc:sldMk cId="336691890" sldId="265"/>
            <ac:picMk id="5" creationId="{42CCB8BA-0227-D980-F824-A8F792BE3013}"/>
          </ac:picMkLst>
        </pc:picChg>
        <pc:picChg chg="add mod">
          <ac:chgData name="Rohit Pal Singh" userId="859b3f92-2821-47a0-90d2-5f8d0bf7af41" providerId="ADAL" clId="{938F746E-25C8-4EDD-85D0-4CBA09ECA62B}" dt="2026-02-06T05:54:41.175" v="143" actId="14100"/>
          <ac:picMkLst>
            <pc:docMk/>
            <pc:sldMk cId="336691890" sldId="265"/>
            <ac:picMk id="7" creationId="{AFCA8297-4055-9B04-6EB1-01647FB35E6A}"/>
          </ac:picMkLst>
        </pc:picChg>
        <pc:picChg chg="add mod">
          <ac:chgData name="Rohit Pal Singh" userId="859b3f92-2821-47a0-90d2-5f8d0bf7af41" providerId="ADAL" clId="{938F746E-25C8-4EDD-85D0-4CBA09ECA62B}" dt="2026-02-06T05:54:46.653" v="145" actId="14100"/>
          <ac:picMkLst>
            <pc:docMk/>
            <pc:sldMk cId="336691890" sldId="265"/>
            <ac:picMk id="9" creationId="{375C5336-7596-3991-F338-34D8E8672095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56:02.621" v="160" actId="14100"/>
        <pc:sldMkLst>
          <pc:docMk/>
          <pc:sldMk cId="204914461" sldId="266"/>
        </pc:sldMkLst>
        <pc:spChg chg="mod">
          <ac:chgData name="Rohit Pal Singh" userId="859b3f92-2821-47a0-90d2-5f8d0bf7af41" providerId="ADAL" clId="{938F746E-25C8-4EDD-85D0-4CBA09ECA62B}" dt="2026-02-06T05:55:37.526" v="155" actId="1076"/>
          <ac:spMkLst>
            <pc:docMk/>
            <pc:sldMk cId="204914461" sldId="266"/>
            <ac:spMk id="2" creationId="{B4837418-2647-6FFA-E5F4-898E61F35E38}"/>
          </ac:spMkLst>
        </pc:spChg>
        <pc:spChg chg="del">
          <ac:chgData name="Rohit Pal Singh" userId="859b3f92-2821-47a0-90d2-5f8d0bf7af41" providerId="ADAL" clId="{938F746E-25C8-4EDD-85D0-4CBA09ECA62B}" dt="2026-02-06T05:55:28.978" v="150" actId="478"/>
          <ac:spMkLst>
            <pc:docMk/>
            <pc:sldMk cId="204914461" sldId="266"/>
            <ac:spMk id="3" creationId="{DDD22F14-D65C-D973-21D0-E7E505D6B7B2}"/>
          </ac:spMkLst>
        </pc:spChg>
        <pc:picChg chg="add mod">
          <ac:chgData name="Rohit Pal Singh" userId="859b3f92-2821-47a0-90d2-5f8d0bf7af41" providerId="ADAL" clId="{938F746E-25C8-4EDD-85D0-4CBA09ECA62B}" dt="2026-02-06T05:55:59.793" v="159" actId="14100"/>
          <ac:picMkLst>
            <pc:docMk/>
            <pc:sldMk cId="204914461" sldId="266"/>
            <ac:picMk id="5" creationId="{7698EB0E-3D6C-2ECE-DF89-8E6E354B52EC}"/>
          </ac:picMkLst>
        </pc:picChg>
        <pc:picChg chg="add mod">
          <ac:chgData name="Rohit Pal Singh" userId="859b3f92-2821-47a0-90d2-5f8d0bf7af41" providerId="ADAL" clId="{938F746E-25C8-4EDD-85D0-4CBA09ECA62B}" dt="2026-02-06T05:56:02.621" v="160" actId="14100"/>
          <ac:picMkLst>
            <pc:docMk/>
            <pc:sldMk cId="204914461" sldId="266"/>
            <ac:picMk id="7" creationId="{7C544AFA-8F30-7504-7872-3D6C97E53584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57:37.937" v="172" actId="1076"/>
        <pc:sldMkLst>
          <pc:docMk/>
          <pc:sldMk cId="2619424915" sldId="267"/>
        </pc:sldMkLst>
        <pc:spChg chg="mod">
          <ac:chgData name="Rohit Pal Singh" userId="859b3f92-2821-47a0-90d2-5f8d0bf7af41" providerId="ADAL" clId="{938F746E-25C8-4EDD-85D0-4CBA09ECA62B}" dt="2026-02-06T05:57:09.761" v="169" actId="1076"/>
          <ac:spMkLst>
            <pc:docMk/>
            <pc:sldMk cId="2619424915" sldId="267"/>
            <ac:spMk id="2" creationId="{2093CF7B-0D01-BF7D-08C4-E5047D55F858}"/>
          </ac:spMkLst>
        </pc:spChg>
        <pc:spChg chg="del">
          <ac:chgData name="Rohit Pal Singh" userId="859b3f92-2821-47a0-90d2-5f8d0bf7af41" providerId="ADAL" clId="{938F746E-25C8-4EDD-85D0-4CBA09ECA62B}" dt="2026-02-06T05:56:54.880" v="162" actId="478"/>
          <ac:spMkLst>
            <pc:docMk/>
            <pc:sldMk cId="2619424915" sldId="267"/>
            <ac:spMk id="3" creationId="{23772407-D9DB-7977-CDE4-7806B74489E5}"/>
          </ac:spMkLst>
        </pc:spChg>
        <pc:picChg chg="add mod">
          <ac:chgData name="Rohit Pal Singh" userId="859b3f92-2821-47a0-90d2-5f8d0bf7af41" providerId="ADAL" clId="{938F746E-25C8-4EDD-85D0-4CBA09ECA62B}" dt="2026-02-06T05:57:12.029" v="170" actId="1076"/>
          <ac:picMkLst>
            <pc:docMk/>
            <pc:sldMk cId="2619424915" sldId="267"/>
            <ac:picMk id="5" creationId="{83FCA3A6-B130-6FF8-ED12-B50EDB5B6997}"/>
          </ac:picMkLst>
        </pc:picChg>
        <pc:picChg chg="add mod">
          <ac:chgData name="Rohit Pal Singh" userId="859b3f92-2821-47a0-90d2-5f8d0bf7af41" providerId="ADAL" clId="{938F746E-25C8-4EDD-85D0-4CBA09ECA62B}" dt="2026-02-06T05:57:37.937" v="172" actId="1076"/>
          <ac:picMkLst>
            <pc:docMk/>
            <pc:sldMk cId="2619424915" sldId="267"/>
            <ac:picMk id="7" creationId="{F81D8A34-88BE-BD52-E433-91B04C68A9C1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5:59:52.149" v="191" actId="14100"/>
        <pc:sldMkLst>
          <pc:docMk/>
          <pc:sldMk cId="3072704964" sldId="268"/>
        </pc:sldMkLst>
        <pc:spChg chg="del">
          <ac:chgData name="Rohit Pal Singh" userId="859b3f92-2821-47a0-90d2-5f8d0bf7af41" providerId="ADAL" clId="{938F746E-25C8-4EDD-85D0-4CBA09ECA62B}" dt="2026-02-06T05:58:15.876" v="174" actId="478"/>
          <ac:spMkLst>
            <pc:docMk/>
            <pc:sldMk cId="3072704964" sldId="268"/>
            <ac:spMk id="2" creationId="{DA67D5DC-3E4A-679A-A5B9-B076BFCA540B}"/>
          </ac:spMkLst>
        </pc:spChg>
        <pc:spChg chg="del">
          <ac:chgData name="Rohit Pal Singh" userId="859b3f92-2821-47a0-90d2-5f8d0bf7af41" providerId="ADAL" clId="{938F746E-25C8-4EDD-85D0-4CBA09ECA62B}" dt="2026-02-06T05:58:17.339" v="175" actId="478"/>
          <ac:spMkLst>
            <pc:docMk/>
            <pc:sldMk cId="3072704964" sldId="268"/>
            <ac:spMk id="3" creationId="{21135EF1-B5AC-A929-2932-87899656DBC0}"/>
          </ac:spMkLst>
        </pc:spChg>
        <pc:picChg chg="add mod">
          <ac:chgData name="Rohit Pal Singh" userId="859b3f92-2821-47a0-90d2-5f8d0bf7af41" providerId="ADAL" clId="{938F746E-25C8-4EDD-85D0-4CBA09ECA62B}" dt="2026-02-06T05:59:52.149" v="191" actId="14100"/>
          <ac:picMkLst>
            <pc:docMk/>
            <pc:sldMk cId="3072704964" sldId="268"/>
            <ac:picMk id="5" creationId="{E85816C8-1B60-CE65-F91B-783C68F78F24}"/>
          </ac:picMkLst>
        </pc:picChg>
        <pc:picChg chg="add mod">
          <ac:chgData name="Rohit Pal Singh" userId="859b3f92-2821-47a0-90d2-5f8d0bf7af41" providerId="ADAL" clId="{938F746E-25C8-4EDD-85D0-4CBA09ECA62B}" dt="2026-02-06T05:59:48.646" v="190" actId="14100"/>
          <ac:picMkLst>
            <pc:docMk/>
            <pc:sldMk cId="3072704964" sldId="268"/>
            <ac:picMk id="7" creationId="{A692692A-4CE4-D36C-E967-EA9E14368DCD}"/>
          </ac:picMkLst>
        </pc:picChg>
        <pc:picChg chg="add mod">
          <ac:chgData name="Rohit Pal Singh" userId="859b3f92-2821-47a0-90d2-5f8d0bf7af41" providerId="ADAL" clId="{938F746E-25C8-4EDD-85D0-4CBA09ECA62B}" dt="2026-02-06T05:59:45.782" v="189" actId="14100"/>
          <ac:picMkLst>
            <pc:docMk/>
            <pc:sldMk cId="3072704964" sldId="268"/>
            <ac:picMk id="9" creationId="{5FA0D913-8C7C-8B9D-EF02-E1F45992A789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6:00:42.800" v="200" actId="14100"/>
        <pc:sldMkLst>
          <pc:docMk/>
          <pc:sldMk cId="3229301272" sldId="269"/>
        </pc:sldMkLst>
        <pc:spChg chg="mod">
          <ac:chgData name="Rohit Pal Singh" userId="859b3f92-2821-47a0-90d2-5f8d0bf7af41" providerId="ADAL" clId="{938F746E-25C8-4EDD-85D0-4CBA09ECA62B}" dt="2026-02-06T06:00:05.821" v="194" actId="20577"/>
          <ac:spMkLst>
            <pc:docMk/>
            <pc:sldMk cId="3229301272" sldId="269"/>
            <ac:spMk id="2" creationId="{DB77040F-FD92-3228-62C9-4B790F4D621A}"/>
          </ac:spMkLst>
        </pc:spChg>
        <pc:spChg chg="del">
          <ac:chgData name="Rohit Pal Singh" userId="859b3f92-2821-47a0-90d2-5f8d0bf7af41" providerId="ADAL" clId="{938F746E-25C8-4EDD-85D0-4CBA09ECA62B}" dt="2026-02-06T06:00:19.521" v="195" actId="478"/>
          <ac:spMkLst>
            <pc:docMk/>
            <pc:sldMk cId="3229301272" sldId="269"/>
            <ac:spMk id="3" creationId="{D17ED49E-F77F-9F18-0659-6B1600DF93FB}"/>
          </ac:spMkLst>
        </pc:spChg>
        <pc:picChg chg="add mod">
          <ac:chgData name="Rohit Pal Singh" userId="859b3f92-2821-47a0-90d2-5f8d0bf7af41" providerId="ADAL" clId="{938F746E-25C8-4EDD-85D0-4CBA09ECA62B}" dt="2026-02-06T06:00:23.071" v="197" actId="1076"/>
          <ac:picMkLst>
            <pc:docMk/>
            <pc:sldMk cId="3229301272" sldId="269"/>
            <ac:picMk id="5" creationId="{7EC8121D-5BD2-A7A3-D184-762682209B27}"/>
          </ac:picMkLst>
        </pc:picChg>
        <pc:picChg chg="add mod">
          <ac:chgData name="Rohit Pal Singh" userId="859b3f92-2821-47a0-90d2-5f8d0bf7af41" providerId="ADAL" clId="{938F746E-25C8-4EDD-85D0-4CBA09ECA62B}" dt="2026-02-06T06:00:42.800" v="200" actId="14100"/>
          <ac:picMkLst>
            <pc:docMk/>
            <pc:sldMk cId="3229301272" sldId="269"/>
            <ac:picMk id="7" creationId="{A16B2791-05CB-CD80-5E21-7233A1F0E384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6:02:57.382" v="232" actId="1076"/>
        <pc:sldMkLst>
          <pc:docMk/>
          <pc:sldMk cId="3971543970" sldId="270"/>
        </pc:sldMkLst>
        <pc:spChg chg="mod">
          <ac:chgData name="Rohit Pal Singh" userId="859b3f92-2821-47a0-90d2-5f8d0bf7af41" providerId="ADAL" clId="{938F746E-25C8-4EDD-85D0-4CBA09ECA62B}" dt="2026-02-06T06:02:50.090" v="230" actId="1076"/>
          <ac:spMkLst>
            <pc:docMk/>
            <pc:sldMk cId="3971543970" sldId="270"/>
            <ac:spMk id="2" creationId="{FDF26709-ABBC-0EEC-04F4-8DD5D6A8732D}"/>
          </ac:spMkLst>
        </pc:spChg>
        <pc:spChg chg="del">
          <ac:chgData name="Rohit Pal Singh" userId="859b3f92-2821-47a0-90d2-5f8d0bf7af41" providerId="ADAL" clId="{938F746E-25C8-4EDD-85D0-4CBA09ECA62B}" dt="2026-02-06T06:01:17.689" v="205" actId="478"/>
          <ac:spMkLst>
            <pc:docMk/>
            <pc:sldMk cId="3971543970" sldId="270"/>
            <ac:spMk id="3" creationId="{E090B55D-8057-6184-1B98-CB8154320D16}"/>
          </ac:spMkLst>
        </pc:spChg>
        <pc:picChg chg="add mod">
          <ac:chgData name="Rohit Pal Singh" userId="859b3f92-2821-47a0-90d2-5f8d0bf7af41" providerId="ADAL" clId="{938F746E-25C8-4EDD-85D0-4CBA09ECA62B}" dt="2026-02-06T06:01:57.694" v="212" actId="1076"/>
          <ac:picMkLst>
            <pc:docMk/>
            <pc:sldMk cId="3971543970" sldId="270"/>
            <ac:picMk id="5" creationId="{A4E0DF8E-D29B-1A2C-AD57-325C4D23A566}"/>
          </ac:picMkLst>
        </pc:picChg>
        <pc:picChg chg="add mod">
          <ac:chgData name="Rohit Pal Singh" userId="859b3f92-2821-47a0-90d2-5f8d0bf7af41" providerId="ADAL" clId="{938F746E-25C8-4EDD-85D0-4CBA09ECA62B}" dt="2026-02-06T06:02:52.479" v="231" actId="1076"/>
          <ac:picMkLst>
            <pc:docMk/>
            <pc:sldMk cId="3971543970" sldId="270"/>
            <ac:picMk id="7" creationId="{4DF1E178-DFD0-F2C4-584E-8C722A4FE693}"/>
          </ac:picMkLst>
        </pc:picChg>
        <pc:picChg chg="add mod">
          <ac:chgData name="Rohit Pal Singh" userId="859b3f92-2821-47a0-90d2-5f8d0bf7af41" providerId="ADAL" clId="{938F746E-25C8-4EDD-85D0-4CBA09ECA62B}" dt="2026-02-06T06:02:57.382" v="232" actId="1076"/>
          <ac:picMkLst>
            <pc:docMk/>
            <pc:sldMk cId="3971543970" sldId="270"/>
            <ac:picMk id="9" creationId="{FC33C36A-CF63-878B-3906-68BFAE9052BF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6:04:58.841" v="279" actId="1036"/>
        <pc:sldMkLst>
          <pc:docMk/>
          <pc:sldMk cId="2830932135" sldId="271"/>
        </pc:sldMkLst>
        <pc:spChg chg="mod">
          <ac:chgData name="Rohit Pal Singh" userId="859b3f92-2821-47a0-90d2-5f8d0bf7af41" providerId="ADAL" clId="{938F746E-25C8-4EDD-85D0-4CBA09ECA62B}" dt="2026-02-06T06:04:49.441" v="244" actId="1076"/>
          <ac:spMkLst>
            <pc:docMk/>
            <pc:sldMk cId="2830932135" sldId="271"/>
            <ac:spMk id="2" creationId="{69320B6B-FB1F-E49C-3CF6-3A7D040912F6}"/>
          </ac:spMkLst>
        </pc:spChg>
        <pc:spChg chg="del">
          <ac:chgData name="Rohit Pal Singh" userId="859b3f92-2821-47a0-90d2-5f8d0bf7af41" providerId="ADAL" clId="{938F746E-25C8-4EDD-85D0-4CBA09ECA62B}" dt="2026-02-06T06:04:24.821" v="239" actId="478"/>
          <ac:spMkLst>
            <pc:docMk/>
            <pc:sldMk cId="2830932135" sldId="271"/>
            <ac:spMk id="3" creationId="{56B20EFC-D9F3-680C-1C30-F328D1F18D2A}"/>
          </ac:spMkLst>
        </pc:spChg>
        <pc:picChg chg="add mod">
          <ac:chgData name="Rohit Pal Singh" userId="859b3f92-2821-47a0-90d2-5f8d0bf7af41" providerId="ADAL" clId="{938F746E-25C8-4EDD-85D0-4CBA09ECA62B}" dt="2026-02-06T06:04:58.841" v="279" actId="1036"/>
          <ac:picMkLst>
            <pc:docMk/>
            <pc:sldMk cId="2830932135" sldId="271"/>
            <ac:picMk id="5" creationId="{0A45A73C-79AF-3E78-B964-3EC484C14A7F}"/>
          </ac:picMkLst>
        </pc:picChg>
        <pc:picChg chg="add mod">
          <ac:chgData name="Rohit Pal Singh" userId="859b3f92-2821-47a0-90d2-5f8d0bf7af41" providerId="ADAL" clId="{938F746E-25C8-4EDD-85D0-4CBA09ECA62B}" dt="2026-02-06T06:04:58.841" v="279" actId="1036"/>
          <ac:picMkLst>
            <pc:docMk/>
            <pc:sldMk cId="2830932135" sldId="271"/>
            <ac:picMk id="7" creationId="{D8B8128B-F29E-AFD1-ECDA-DDF7494E2FCB}"/>
          </ac:picMkLst>
        </pc:picChg>
      </pc:sldChg>
      <pc:sldChg chg="addSp modSp new mod">
        <pc:chgData name="Rohit Pal Singh" userId="859b3f92-2821-47a0-90d2-5f8d0bf7af41" providerId="ADAL" clId="{938F746E-25C8-4EDD-85D0-4CBA09ECA62B}" dt="2026-02-06T06:06:39.411" v="299" actId="1076"/>
        <pc:sldMkLst>
          <pc:docMk/>
          <pc:sldMk cId="782975344" sldId="272"/>
        </pc:sldMkLst>
        <pc:spChg chg="mod">
          <ac:chgData name="Rohit Pal Singh" userId="859b3f92-2821-47a0-90d2-5f8d0bf7af41" providerId="ADAL" clId="{938F746E-25C8-4EDD-85D0-4CBA09ECA62B}" dt="2026-02-06T06:05:38.107" v="285" actId="1076"/>
          <ac:spMkLst>
            <pc:docMk/>
            <pc:sldMk cId="782975344" sldId="272"/>
            <ac:spMk id="2" creationId="{D50EC8BD-E5A9-3D22-66E6-12C82581518C}"/>
          </ac:spMkLst>
        </pc:spChg>
        <pc:spChg chg="mod">
          <ac:chgData name="Rohit Pal Singh" userId="859b3f92-2821-47a0-90d2-5f8d0bf7af41" providerId="ADAL" clId="{938F746E-25C8-4EDD-85D0-4CBA09ECA62B}" dt="2026-02-06T06:06:19.466" v="294" actId="14100"/>
          <ac:spMkLst>
            <pc:docMk/>
            <pc:sldMk cId="782975344" sldId="272"/>
            <ac:spMk id="3" creationId="{054EC3CE-0553-25EC-C108-7C702BFF3E02}"/>
          </ac:spMkLst>
        </pc:spChg>
        <pc:spChg chg="add mod">
          <ac:chgData name="Rohit Pal Singh" userId="859b3f92-2821-47a0-90d2-5f8d0bf7af41" providerId="ADAL" clId="{938F746E-25C8-4EDD-85D0-4CBA09ECA62B}" dt="2026-02-06T06:06:39.411" v="299" actId="1076"/>
          <ac:spMkLst>
            <pc:docMk/>
            <pc:sldMk cId="782975344" sldId="272"/>
            <ac:spMk id="7" creationId="{43D3B708-AD0E-AD90-A4A5-A2822F8F222E}"/>
          </ac:spMkLst>
        </pc:spChg>
        <pc:picChg chg="add mod">
          <ac:chgData name="Rohit Pal Singh" userId="859b3f92-2821-47a0-90d2-5f8d0bf7af41" providerId="ADAL" clId="{938F746E-25C8-4EDD-85D0-4CBA09ECA62B}" dt="2026-02-06T06:06:34.978" v="297" actId="1076"/>
          <ac:picMkLst>
            <pc:docMk/>
            <pc:sldMk cId="782975344" sldId="272"/>
            <ac:picMk id="5" creationId="{C6BB38A6-C0C4-298C-9320-D88C175A88EA}"/>
          </ac:picMkLst>
        </pc:picChg>
      </pc:sldChg>
      <pc:sldChg chg="modSp new mod">
        <pc:chgData name="Rohit Pal Singh" userId="859b3f92-2821-47a0-90d2-5f8d0bf7af41" providerId="ADAL" clId="{938F746E-25C8-4EDD-85D0-4CBA09ECA62B}" dt="2026-02-06T06:06:56.776" v="311" actId="14100"/>
        <pc:sldMkLst>
          <pc:docMk/>
          <pc:sldMk cId="2205505238" sldId="273"/>
        </pc:sldMkLst>
        <pc:spChg chg="mod">
          <ac:chgData name="Rohit Pal Singh" userId="859b3f92-2821-47a0-90d2-5f8d0bf7af41" providerId="ADAL" clId="{938F746E-25C8-4EDD-85D0-4CBA09ECA62B}" dt="2026-02-06T06:06:56.776" v="311" actId="14100"/>
          <ac:spMkLst>
            <pc:docMk/>
            <pc:sldMk cId="2205505238" sldId="273"/>
            <ac:spMk id="2" creationId="{B7513E12-EA64-B7C1-7C4A-D0674AFA80BF}"/>
          </ac:spMkLst>
        </pc:spChg>
      </pc:sldChg>
      <pc:sldChg chg="addSp modSp new mod">
        <pc:chgData name="Rohit Pal Singh" userId="859b3f92-2821-47a0-90d2-5f8d0bf7af41" providerId="ADAL" clId="{938F746E-25C8-4EDD-85D0-4CBA09ECA62B}" dt="2026-02-06T06:09:20.376" v="337" actId="1076"/>
        <pc:sldMkLst>
          <pc:docMk/>
          <pc:sldMk cId="3592152512" sldId="274"/>
        </pc:sldMkLst>
        <pc:spChg chg="mod">
          <ac:chgData name="Rohit Pal Singh" userId="859b3f92-2821-47a0-90d2-5f8d0bf7af41" providerId="ADAL" clId="{938F746E-25C8-4EDD-85D0-4CBA09ECA62B}" dt="2026-02-06T06:07:55.398" v="321" actId="14100"/>
          <ac:spMkLst>
            <pc:docMk/>
            <pc:sldMk cId="3592152512" sldId="274"/>
            <ac:spMk id="2" creationId="{15C92A3C-9984-09D8-570F-9501ABEFE41C}"/>
          </ac:spMkLst>
        </pc:spChg>
        <pc:spChg chg="mod">
          <ac:chgData name="Rohit Pal Singh" userId="859b3f92-2821-47a0-90d2-5f8d0bf7af41" providerId="ADAL" clId="{938F746E-25C8-4EDD-85D0-4CBA09ECA62B}" dt="2026-02-06T06:08:48.824" v="332" actId="27636"/>
          <ac:spMkLst>
            <pc:docMk/>
            <pc:sldMk cId="3592152512" sldId="274"/>
            <ac:spMk id="3" creationId="{84DD647E-F6F1-39DF-5A67-4D06160911EF}"/>
          </ac:spMkLst>
        </pc:spChg>
        <pc:spChg chg="add mod">
          <ac:chgData name="Rohit Pal Singh" userId="859b3f92-2821-47a0-90d2-5f8d0bf7af41" providerId="ADAL" clId="{938F746E-25C8-4EDD-85D0-4CBA09ECA62B}" dt="2026-02-06T06:09:20.376" v="337" actId="1076"/>
          <ac:spMkLst>
            <pc:docMk/>
            <pc:sldMk cId="3592152512" sldId="274"/>
            <ac:spMk id="5" creationId="{B61E9C30-4543-E099-3D9A-80857F02CBCD}"/>
          </ac:spMkLst>
        </pc:spChg>
        <pc:picChg chg="add mod">
          <ac:chgData name="Rohit Pal Singh" userId="859b3f92-2821-47a0-90d2-5f8d0bf7af41" providerId="ADAL" clId="{938F746E-25C8-4EDD-85D0-4CBA09ECA62B}" dt="2026-02-06T06:08:56.543" v="335" actId="1076"/>
          <ac:picMkLst>
            <pc:docMk/>
            <pc:sldMk cId="3592152512" sldId="274"/>
            <ac:picMk id="1026" creationId="{5235DE13-FA14-78F2-EBDB-48F95497801F}"/>
          </ac:picMkLst>
        </pc:picChg>
      </pc:sldChg>
      <pc:sldChg chg="addSp delSp modSp new mod">
        <pc:chgData name="Rohit Pal Singh" userId="859b3f92-2821-47a0-90d2-5f8d0bf7af41" providerId="ADAL" clId="{938F746E-25C8-4EDD-85D0-4CBA09ECA62B}" dt="2026-02-06T06:10:09.788" v="345" actId="14100"/>
        <pc:sldMkLst>
          <pc:docMk/>
          <pc:sldMk cId="1842425579" sldId="275"/>
        </pc:sldMkLst>
        <pc:spChg chg="mod">
          <ac:chgData name="Rohit Pal Singh" userId="859b3f92-2821-47a0-90d2-5f8d0bf7af41" providerId="ADAL" clId="{938F746E-25C8-4EDD-85D0-4CBA09ECA62B}" dt="2026-02-06T06:09:51.616" v="341" actId="14100"/>
          <ac:spMkLst>
            <pc:docMk/>
            <pc:sldMk cId="1842425579" sldId="275"/>
            <ac:spMk id="2" creationId="{C3EE4982-9859-5897-8DA9-CA972C8A282E}"/>
          </ac:spMkLst>
        </pc:spChg>
        <pc:spChg chg="del mod">
          <ac:chgData name="Rohit Pal Singh" userId="859b3f92-2821-47a0-90d2-5f8d0bf7af41" providerId="ADAL" clId="{938F746E-25C8-4EDD-85D0-4CBA09ECA62B}" dt="2026-02-06T06:10:05.652" v="343" actId="478"/>
          <ac:spMkLst>
            <pc:docMk/>
            <pc:sldMk cId="1842425579" sldId="275"/>
            <ac:spMk id="3" creationId="{E03D8EE3-7711-979B-0FA7-20259933728A}"/>
          </ac:spMkLst>
        </pc:spChg>
        <pc:picChg chg="add mod">
          <ac:chgData name="Rohit Pal Singh" userId="859b3f92-2821-47a0-90d2-5f8d0bf7af41" providerId="ADAL" clId="{938F746E-25C8-4EDD-85D0-4CBA09ECA62B}" dt="2026-02-06T06:10:09.788" v="345" actId="14100"/>
          <ac:picMkLst>
            <pc:docMk/>
            <pc:sldMk cId="1842425579" sldId="275"/>
            <ac:picMk id="5" creationId="{90C5CD0F-5B7A-4DD7-1AA8-BBC142BCC982}"/>
          </ac:picMkLst>
        </pc:picChg>
      </pc:sldChg>
      <pc:sldChg chg="modSp new mod">
        <pc:chgData name="Rohit Pal Singh" userId="859b3f92-2821-47a0-90d2-5f8d0bf7af41" providerId="ADAL" clId="{938F746E-25C8-4EDD-85D0-4CBA09ECA62B}" dt="2026-02-06T06:11:06.502" v="356" actId="14100"/>
        <pc:sldMkLst>
          <pc:docMk/>
          <pc:sldMk cId="2755237316" sldId="276"/>
        </pc:sldMkLst>
        <pc:spChg chg="mod">
          <ac:chgData name="Rohit Pal Singh" userId="859b3f92-2821-47a0-90d2-5f8d0bf7af41" providerId="ADAL" clId="{938F746E-25C8-4EDD-85D0-4CBA09ECA62B}" dt="2026-02-06T06:10:37.351" v="348" actId="20577"/>
          <ac:spMkLst>
            <pc:docMk/>
            <pc:sldMk cId="2755237316" sldId="276"/>
            <ac:spMk id="2" creationId="{491D4CED-3F61-EF3F-F9F9-14015287958F}"/>
          </ac:spMkLst>
        </pc:spChg>
        <pc:spChg chg="mod">
          <ac:chgData name="Rohit Pal Singh" userId="859b3f92-2821-47a0-90d2-5f8d0bf7af41" providerId="ADAL" clId="{938F746E-25C8-4EDD-85D0-4CBA09ECA62B}" dt="2026-02-06T06:11:06.502" v="356" actId="14100"/>
          <ac:spMkLst>
            <pc:docMk/>
            <pc:sldMk cId="2755237316" sldId="276"/>
            <ac:spMk id="3" creationId="{171472E6-7843-4A01-7CFB-43CA28742831}"/>
          </ac:spMkLst>
        </pc:spChg>
      </pc:sldChg>
      <pc:sldChg chg="modSp new mod">
        <pc:chgData name="Rohit Pal Singh" userId="859b3f92-2821-47a0-90d2-5f8d0bf7af41" providerId="ADAL" clId="{938F746E-25C8-4EDD-85D0-4CBA09ECA62B}" dt="2026-02-06T06:14:13.202" v="414" actId="20577"/>
        <pc:sldMkLst>
          <pc:docMk/>
          <pc:sldMk cId="653467549" sldId="277"/>
        </pc:sldMkLst>
        <pc:spChg chg="mod">
          <ac:chgData name="Rohit Pal Singh" userId="859b3f92-2821-47a0-90d2-5f8d0bf7af41" providerId="ADAL" clId="{938F746E-25C8-4EDD-85D0-4CBA09ECA62B}" dt="2026-02-06T06:12:39.406" v="385"/>
          <ac:spMkLst>
            <pc:docMk/>
            <pc:sldMk cId="653467549" sldId="277"/>
            <ac:spMk id="2" creationId="{FCF76469-0A5B-21DA-99BC-B9EE1AB65DD2}"/>
          </ac:spMkLst>
        </pc:spChg>
        <pc:spChg chg="mod">
          <ac:chgData name="Rohit Pal Singh" userId="859b3f92-2821-47a0-90d2-5f8d0bf7af41" providerId="ADAL" clId="{938F746E-25C8-4EDD-85D0-4CBA09ECA62B}" dt="2026-02-06T06:14:13.202" v="414" actId="20577"/>
          <ac:spMkLst>
            <pc:docMk/>
            <pc:sldMk cId="653467549" sldId="277"/>
            <ac:spMk id="3" creationId="{7258F31D-03DC-0624-636E-541206E6147F}"/>
          </ac:spMkLst>
        </pc:spChg>
      </pc:sldChg>
      <pc:sldChg chg="modSp new mod">
        <pc:chgData name="Rohit Pal Singh" userId="859b3f92-2821-47a0-90d2-5f8d0bf7af41" providerId="ADAL" clId="{938F746E-25C8-4EDD-85D0-4CBA09ECA62B}" dt="2026-02-06T06:14:46.414" v="421" actId="20577"/>
        <pc:sldMkLst>
          <pc:docMk/>
          <pc:sldMk cId="3507784394" sldId="278"/>
        </pc:sldMkLst>
        <pc:spChg chg="mod">
          <ac:chgData name="Rohit Pal Singh" userId="859b3f92-2821-47a0-90d2-5f8d0bf7af41" providerId="ADAL" clId="{938F746E-25C8-4EDD-85D0-4CBA09ECA62B}" dt="2026-02-06T06:14:46.414" v="421" actId="20577"/>
          <ac:spMkLst>
            <pc:docMk/>
            <pc:sldMk cId="3507784394" sldId="278"/>
            <ac:spMk id="2" creationId="{875DCB97-69A1-6CA4-DBCC-46C0286FA811}"/>
          </ac:spMkLst>
        </pc:spChg>
        <pc:spChg chg="mod">
          <ac:chgData name="Rohit Pal Singh" userId="859b3f92-2821-47a0-90d2-5f8d0bf7af41" providerId="ADAL" clId="{938F746E-25C8-4EDD-85D0-4CBA09ECA62B}" dt="2026-02-06T06:14:43.852" v="419" actId="27636"/>
          <ac:spMkLst>
            <pc:docMk/>
            <pc:sldMk cId="3507784394" sldId="278"/>
            <ac:spMk id="3" creationId="{0D3B0B88-6B8D-03A5-6B03-3CB4B710179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CF192-CCA3-6B68-FDC1-FF1053D52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3F49F-532A-4CCA-527D-1D99071C8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9C607-4F2C-F650-964B-BCBCBE590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25488-AE83-62BF-C7FB-590041D7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96067-B26A-DABC-A22C-1FBFFEAB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50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C6EDB-D55E-256D-B1C5-4F0C4961B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8E416-33AD-C918-1F1E-0FC9A3558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A20AE-CB4E-0DB6-0820-E0368228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D9174-7EA8-D7AC-56EC-9E3A5165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0F2DB-ECF7-ADD9-4B77-1811BEF0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7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B41F-3D16-1664-3DDA-D0BBB2A8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E646E-BFC3-B14B-642D-9265FD41C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032B5-033A-FFEF-3E98-C9169502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9BD80-81D0-CED8-019D-6CC380D8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EC8BB-9E2C-0A7A-EDD8-4634447A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3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4DBCE-C9BD-0B45-F562-163AA7E8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8C457-F2A2-D2E0-2B2A-66490FC60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ACB2B-B04C-CBA3-0B7E-D35B4F747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02FCA-4CBD-A81B-A06C-0411E039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59A0D-DB74-83BC-93A1-566E10A91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DC015-6B0A-9367-301B-CDE6F99F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52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EE2AA-8A29-EEB5-8AB9-85DE68C34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9A628-EA24-59A9-4C10-3CDCF972E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D0B9B-1A01-8CA0-F525-6B889420D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0BE50-AE75-36F6-0706-53A9BA195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1F9F8-BAD2-B424-18B4-8AFF67DB9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843BA-8A25-5DE6-05E9-F73D42D7E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457726-EF6F-FD98-18FC-3F8DB633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B4608-D678-C36D-1337-712AA523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20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DAC-26A9-4D1F-97E5-33A77D6C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CB1C36-FE25-4F17-48FA-5964FC80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7F234-6219-8124-6AC9-4BED18A0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1EAA9-2C4F-58CB-A2EC-F1184BD11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03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2955C-7D67-1AF0-9132-E40C5F72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36797-8DA7-DA28-BD07-5DC18FD1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AEF4A-1D84-AC05-5CEB-10D17B99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4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21D1-F57D-6DA3-A694-42FAE71E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56C8E-AE7E-A9CE-7006-D066990E7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767BE-A8AE-A414-B9E6-ECE0DE50D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DBE7C-E32A-EE0D-465C-F9122A7B1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665A2-F5D2-FD49-7E77-BD613D12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672F2-DF70-FD9B-296D-E7EA207E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7140-FF92-42FE-D79A-0513F430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F90A6D-68D2-15DE-DA97-0E28D8847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EE373-D88C-FB39-BB78-EBF839CEE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C1F25-C28D-A4C5-57A4-0A5DDB54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B0255-4055-40BA-FAC7-3B12FF95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6B586-DF44-E3C6-C08E-C8FB0F42D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32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9CA76-2531-CE11-E84F-1AE3E3D0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2950F-EE57-561A-6F75-248D91564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9371-DBB2-FC3E-0D25-CC5CE62B2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4A68-8D53-9AED-0B16-6EFE9DF3B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A6A45-6302-EAD4-2C0C-798E67FA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6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35E1D-D3A8-3148-06F8-1EBDCD891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F74DD-4B27-EFEB-EA6F-3358B1110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C282D-A4A1-954F-FA32-0DAA345C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44FA9-4E98-C634-4AE4-41F41A27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BA9C8-067A-B535-1061-ECFE65B2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9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07DCED-B0DC-9537-22B9-2D09678F3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D11A7-AED8-EE46-E5A6-703A2CB7B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71DA6-B194-1419-5C41-9233708AF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B6E57-7C45-4E2B-907B-7231FBF56905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7C7DF-4EB0-CD69-6BF4-0D5311F3A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AD7D3-86E3-40E6-2464-4F443E930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9D7C8-46FF-4B76-B6E1-1A9A18880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1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23FF-5CD0-73A9-F472-702493273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6" y="1122363"/>
            <a:ext cx="11952513" cy="815294"/>
          </a:xfrm>
        </p:spPr>
        <p:txBody>
          <a:bodyPr>
            <a:normAutofit/>
          </a:bodyPr>
          <a:lstStyle/>
          <a:p>
            <a:r>
              <a:rPr lang="en-US" sz="3200" b="1" dirty="0"/>
              <a:t>SINGLY LINKED LIST AND OPERATIONS WITH C IMPLEMENTATION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D53A2-F506-0728-B742-3A63FF0E6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17332"/>
            <a:ext cx="9144000" cy="4147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Prof. Rohit Pal Singh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BE823-AEB1-BA42-8165-6EDB9D3A8260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Data Structures and Algorithms</a:t>
            </a:r>
            <a:br>
              <a:rPr lang="en-US" dirty="0"/>
            </a:br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An Introduction to Dynamic Linear Data Structures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2A3C-9984-09D8-570F-9501ABEF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8761"/>
          </a:xfrm>
        </p:spPr>
        <p:txBody>
          <a:bodyPr/>
          <a:lstStyle/>
          <a:p>
            <a:r>
              <a:rPr lang="en-US" b="1" dirty="0"/>
              <a:t>What is a Linked List?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D647E-F6F1-39DF-5A67-4D0616091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743"/>
            <a:ext cx="10515600" cy="5475514"/>
          </a:xfrm>
        </p:spPr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A linear data structure where elements are stored in nodes</a:t>
            </a:r>
          </a:p>
          <a:p>
            <a:r>
              <a:rPr lang="en-US" b="1" dirty="0"/>
              <a:t>Each node contains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Data</a:t>
            </a:r>
            <a:r>
              <a:rPr lang="en-US" dirty="0"/>
              <a:t>: The actual value/information</a:t>
            </a:r>
          </a:p>
          <a:p>
            <a:pPr lvl="1"/>
            <a:r>
              <a:rPr lang="en-US" b="1" dirty="0"/>
              <a:t>Next</a:t>
            </a:r>
            <a:r>
              <a:rPr lang="en-US" dirty="0"/>
              <a:t>: Pointer/Reference to the next node</a:t>
            </a:r>
          </a:p>
          <a:p>
            <a:r>
              <a:rPr lang="en-US" b="1" dirty="0"/>
              <a:t>Visual Representation</a:t>
            </a:r>
            <a:r>
              <a:rPr lang="en-US" dirty="0"/>
              <a:t>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Key Feature</a:t>
            </a:r>
            <a:r>
              <a:rPr lang="en-US" dirty="0"/>
              <a:t>: Dynamic size (grows/shrinks at runtime)</a:t>
            </a:r>
          </a:p>
          <a:p>
            <a:endParaRPr lang="en-US" dirty="0"/>
          </a:p>
        </p:txBody>
      </p:sp>
      <p:pic>
        <p:nvPicPr>
          <p:cNvPr id="1026" name="Picture 2" descr="[Data Structure] 2. Lists">
            <a:extLst>
              <a:ext uri="{FF2B5EF4-FFF2-40B4-BE49-F238E27FC236}">
                <a16:creationId xmlns:a16="http://schemas.microsoft.com/office/drawing/2014/main" id="{5235DE13-FA14-78F2-EBDB-48F954978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214" y="3897086"/>
            <a:ext cx="7952014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1E9C30-4543-E099-3D9A-80857F02CBCD}"/>
              </a:ext>
            </a:extLst>
          </p:cNvPr>
          <p:cNvSpPr txBox="1"/>
          <p:nvPr/>
        </p:nvSpPr>
        <p:spPr>
          <a:xfrm>
            <a:off x="7609115" y="1988853"/>
            <a:ext cx="609600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Memory Representation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Nodes are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not stored contiguously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in memory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Each node allocated </a:t>
            </a: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separately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Connected via pointers/references</a:t>
            </a:r>
          </a:p>
        </p:txBody>
      </p:sp>
    </p:spTree>
    <p:extLst>
      <p:ext uri="{BB962C8B-B14F-4D97-AF65-F5344CB8AC3E}">
        <p14:creationId xmlns:p14="http://schemas.microsoft.com/office/powerpoint/2010/main" val="3592152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4982-9859-5897-8DA9-CA972C8A2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b="1" dirty="0"/>
              <a:t>Singly Linked List vs Array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5CD0F-5B7A-4DD7-1AA8-BBC142BCC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93" y="1261759"/>
            <a:ext cx="9774014" cy="488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2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D4CED-3F61-EF3F-F9F9-140152879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Operations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472E6-7843-4A01-7CFB-43CA28742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Traversal</a:t>
            </a:r>
            <a:r>
              <a:rPr lang="en-US" dirty="0"/>
              <a:t> - Visit each node</a:t>
            </a:r>
          </a:p>
          <a:p>
            <a:pPr marL="0" indent="0">
              <a:buNone/>
            </a:pPr>
            <a:r>
              <a:rPr lang="en-US" b="1" dirty="0"/>
              <a:t>Insertion</a:t>
            </a:r>
            <a:r>
              <a:rPr lang="en-US" dirty="0"/>
              <a:t> - Add node at:</a:t>
            </a:r>
          </a:p>
          <a:p>
            <a:pPr lvl="1"/>
            <a:r>
              <a:rPr lang="en-US" dirty="0"/>
              <a:t>Beginning</a:t>
            </a:r>
          </a:p>
          <a:p>
            <a:pPr lvl="1"/>
            <a:r>
              <a:rPr lang="en-US" dirty="0"/>
              <a:t>End</a:t>
            </a:r>
          </a:p>
          <a:p>
            <a:pPr lvl="1"/>
            <a:r>
              <a:rPr lang="en-US" dirty="0"/>
              <a:t>Specific position</a:t>
            </a:r>
          </a:p>
          <a:p>
            <a:pPr marL="0" indent="0">
              <a:buNone/>
            </a:pPr>
            <a:r>
              <a:rPr lang="en-US" b="1" dirty="0"/>
              <a:t>Deletion</a:t>
            </a:r>
            <a:r>
              <a:rPr lang="en-US" dirty="0"/>
              <a:t> - Remove node from:</a:t>
            </a:r>
          </a:p>
          <a:p>
            <a:pPr lvl="1"/>
            <a:r>
              <a:rPr lang="en-US" dirty="0"/>
              <a:t>Beginning</a:t>
            </a:r>
          </a:p>
          <a:p>
            <a:pPr lvl="1"/>
            <a:r>
              <a:rPr lang="en-US" dirty="0"/>
              <a:t>End</a:t>
            </a:r>
          </a:p>
          <a:p>
            <a:pPr lvl="1"/>
            <a:r>
              <a:rPr lang="en-US" dirty="0"/>
              <a:t>Specific position</a:t>
            </a:r>
          </a:p>
          <a:p>
            <a:pPr marL="0" indent="0">
              <a:buNone/>
            </a:pPr>
            <a:r>
              <a:rPr lang="en-US" b="1" dirty="0"/>
              <a:t>Search</a:t>
            </a:r>
            <a:r>
              <a:rPr lang="en-US" dirty="0"/>
              <a:t> - Find a node with given value</a:t>
            </a:r>
          </a:p>
          <a:p>
            <a:pPr marL="0" indent="0">
              <a:buNone/>
            </a:pPr>
            <a:r>
              <a:rPr lang="en-US" b="1" dirty="0"/>
              <a:t>Display</a:t>
            </a:r>
            <a:r>
              <a:rPr lang="en-US" dirty="0"/>
              <a:t> - Print all elements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237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AC04-5E20-8102-9F04-DCA344F5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C Program Structure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D31C7-CAFF-A337-FD86-ED8F6B2BD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26" y="1690688"/>
            <a:ext cx="7687748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8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9863F-2D73-97BC-83E6-84975D08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6732"/>
          </a:xfrm>
        </p:spPr>
        <p:txBody>
          <a:bodyPr/>
          <a:lstStyle/>
          <a:p>
            <a:r>
              <a:rPr lang="en-US" b="1" dirty="0"/>
              <a:t>Node Structure &amp; Creation Function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EA41C-9962-6BD6-5AD2-2300EBAB4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488" y="1501078"/>
            <a:ext cx="7249537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83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51104-838F-D4C3-A991-0F0E9E9FD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646"/>
          </a:xfrm>
        </p:spPr>
        <p:txBody>
          <a:bodyPr/>
          <a:lstStyle/>
          <a:p>
            <a:r>
              <a:rPr lang="en-US" b="1" dirty="0"/>
              <a:t>Display List &amp; Count Nodes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693EA-35E0-E00A-B562-76E3643ED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00" y="1486924"/>
            <a:ext cx="4315427" cy="4820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B43DDB-64EA-5676-2C38-375C008F1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183" y="2235436"/>
            <a:ext cx="380100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8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FDB70-76DE-06BF-97BA-5FE7029C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Insertion at Beginning (C Code)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67E1E-03C8-1110-8644-8D1A56ACE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80" y="2523924"/>
            <a:ext cx="6154009" cy="2876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47EA46-E12A-D8BD-0027-B9356F0B0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558" y="1984337"/>
            <a:ext cx="377242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46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B3DB-B95D-9090-DC46-457177BC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6104"/>
          </a:xfrm>
        </p:spPr>
        <p:txBody>
          <a:bodyPr/>
          <a:lstStyle/>
          <a:p>
            <a:r>
              <a:rPr lang="en-US" b="1" dirty="0"/>
              <a:t>Insertion at End (C Code)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8A4C5-59E1-3CA2-866D-16186AB1F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61" y="1214792"/>
            <a:ext cx="6525536" cy="4667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AD29A8-2B70-115A-6411-5C7806FDF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365" y="2043667"/>
            <a:ext cx="4991797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94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A9CFC-6284-5661-A00A-180BCA2A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Insertion at Specific Position (C Code)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91D857-259D-3432-FBA0-97F59EB16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41" y="1243350"/>
            <a:ext cx="6138673" cy="4700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6B8BA-2623-73C2-6511-0B59E9B4D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714" y="1055915"/>
            <a:ext cx="5497286" cy="45587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F14DF5-4527-82AA-6D32-400648C8C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931" y="5648284"/>
            <a:ext cx="5797069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29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F588-4DB4-FE80-9CF3-9101ACE06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Deletion from Beginning (C Code)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49D8D-5E9C-640B-806A-7BB69D4D4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963" y="1821317"/>
            <a:ext cx="6611273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78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2D54-7676-CD86-4C08-FDFE03BF1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Deletion from End (C Code)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3B7AF-8344-2FC4-597D-551C26343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80" y="1503964"/>
            <a:ext cx="6308091" cy="4372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A92A5B-182F-31CE-8698-E7D0A70EE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71" y="1503964"/>
            <a:ext cx="5083629" cy="412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91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8C97-0C7F-618C-BA74-C95B95922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b="1" dirty="0"/>
              <a:t>Deletion at Specific Position (C Code)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CCB8BA-0227-D980-F824-A8F792BE3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9" y="1121562"/>
            <a:ext cx="6228850" cy="4822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CA8297-4055-9B04-6EB1-01647FB3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36172"/>
            <a:ext cx="5113566" cy="3995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5C5336-7596-3991-F338-34D8E8672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931230"/>
            <a:ext cx="5791199" cy="192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1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37418-2647-6FFA-E5F4-898E61F3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297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Search Operation (C Code)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8EB0E-3D6C-2ECE-DF89-8E6E354B5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07" y="1368540"/>
            <a:ext cx="5494307" cy="4839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544AFA-8F30-7504-7872-3D6C97E53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519" y="2055132"/>
            <a:ext cx="6235482" cy="290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4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CF7B-0D01-BF7D-08C4-E5047D55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87" y="1365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Complete Main Function Example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CA3A6-B130-6FF8-ED12-B50EDB5B6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1240621"/>
            <a:ext cx="5601482" cy="50299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1D8A34-88BE-BD52-E433-91B04C68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254" y="1240621"/>
            <a:ext cx="5582429" cy="462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24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5816C8-1B60-CE65-F91B-783C68F7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3923892" cy="6574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92692A-4CE4-D36C-E967-EA9E1436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893" y="-15632"/>
            <a:ext cx="3634681" cy="6677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A0D913-8C7C-8B9D-EF02-E1F45992A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574" y="0"/>
            <a:ext cx="4633426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04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040F-FD92-3228-62C9-4B790F4D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Memory Management &amp; Utility Functions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8121D-5BD2-A7A3-D184-762682209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03" y="1488316"/>
            <a:ext cx="5306165" cy="4382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6B2791-05CB-CD80-5E21-7233A1F0E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533" y="1382819"/>
            <a:ext cx="6475467" cy="461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01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6709-ABBC-0EEC-04F4-8DD5D6A8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47324"/>
            <a:ext cx="10515600" cy="886732"/>
          </a:xfrm>
        </p:spPr>
        <p:txBody>
          <a:bodyPr/>
          <a:lstStyle/>
          <a:p>
            <a:r>
              <a:rPr lang="en-US" b="1" dirty="0"/>
              <a:t>Error Handling &amp; Edge Cases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E0DF8E-D29B-1A2C-AD57-325C4D23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6" y="1061707"/>
            <a:ext cx="6261851" cy="4734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1E178-DFD0-F2C4-584E-8C722A4FE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257" y="722236"/>
            <a:ext cx="5834743" cy="34889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33C36A-CF63-878B-3906-68BFAE905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257" y="4338818"/>
            <a:ext cx="5519056" cy="233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43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0B6B-FB1F-E49C-3CF6-3A7D04091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4672"/>
            <a:ext cx="10515600" cy="777875"/>
          </a:xfrm>
        </p:spPr>
        <p:txBody>
          <a:bodyPr/>
          <a:lstStyle/>
          <a:p>
            <a:r>
              <a:rPr lang="en-US" b="1" dirty="0"/>
              <a:t>Time &amp; Space Complexity Analysis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5A73C-79AF-3E78-B964-3EC484C14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546" y="653139"/>
            <a:ext cx="9192908" cy="4991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B8128B-F29E-AFD1-ECDA-DDF7494E2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546" y="5644936"/>
            <a:ext cx="8554644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32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C8BD-E5A9-3D22-66E6-12C825815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9"/>
            <a:ext cx="10515600" cy="66901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Summary &amp; Best Practices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EC3CE-0553-25EC-C108-7C702BFF3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887"/>
            <a:ext cx="10515600" cy="265611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Points:</a:t>
            </a:r>
            <a:endParaRPr lang="en-US" dirty="0"/>
          </a:p>
          <a:p>
            <a:pPr lvl="1"/>
            <a:r>
              <a:rPr lang="en-US" dirty="0"/>
              <a:t>Always check for NULL before dereferencing pointers</a:t>
            </a:r>
          </a:p>
          <a:p>
            <a:pPr lvl="1"/>
            <a:r>
              <a:rPr lang="en-US" dirty="0"/>
              <a:t>Use double pointers (**head) when modifying head</a:t>
            </a:r>
          </a:p>
          <a:p>
            <a:pPr lvl="1"/>
            <a:r>
              <a:rPr lang="en-US" dirty="0"/>
              <a:t>Free memory after deletion to prevent leaks</a:t>
            </a:r>
          </a:p>
          <a:p>
            <a:pPr lvl="1"/>
            <a:r>
              <a:rPr lang="en-US" dirty="0"/>
              <a:t>Handle edge cases (empty list, single node, invalid positions)</a:t>
            </a:r>
          </a:p>
          <a:p>
            <a:pPr lvl="1"/>
            <a:r>
              <a:rPr lang="en-US" dirty="0"/>
              <a:t>Use helper functions for common operations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B38A6-C0C4-298C-9320-D88C175A8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860" y="3286547"/>
            <a:ext cx="6820852" cy="3467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D3B708-AD0E-AD90-A4A5-A2822F8F222E}"/>
              </a:ext>
            </a:extLst>
          </p:cNvPr>
          <p:cNvSpPr txBox="1"/>
          <p:nvPr/>
        </p:nvSpPr>
        <p:spPr>
          <a:xfrm>
            <a:off x="947057" y="3286547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Memory Management Rules: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None/>
            </a:pPr>
            <a:b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975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6469-0A5B-21DA-99BC-B9EE1AB65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 and Disadvantages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8F31D-03DC-0624-636E-541206E61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Pros</a:t>
            </a:r>
          </a:p>
          <a:p>
            <a:pPr marL="0" indent="0">
              <a:buNone/>
            </a:pPr>
            <a:r>
              <a:rPr lang="en-US" b="1" dirty="0"/>
              <a:t>	Dynamic Size</a:t>
            </a:r>
            <a:r>
              <a:rPr lang="en-US" dirty="0"/>
              <a:t>: Grows/shrinks as needed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Efficient Insertions/Deletions</a:t>
            </a:r>
            <a:r>
              <a:rPr lang="en-US" dirty="0"/>
              <a:t>: No shifting required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Memory Efficiency</a:t>
            </a:r>
            <a:r>
              <a:rPr lang="en-US" dirty="0"/>
              <a:t>: Use only needed memory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Easy Implementation</a:t>
            </a:r>
            <a:r>
              <a:rPr lang="en-US" dirty="0"/>
              <a:t>: Simple structure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Foundation</a:t>
            </a:r>
            <a:r>
              <a:rPr lang="en-US" dirty="0"/>
              <a:t>: Basis for other structures (stacks, queues)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Cons</a:t>
            </a:r>
            <a:br>
              <a:rPr lang="en-US" b="1" dirty="0"/>
            </a:br>
            <a:r>
              <a:rPr lang="en-US" b="1" dirty="0"/>
              <a:t>	Memory Overhead</a:t>
            </a:r>
            <a:r>
              <a:rPr lang="en-US" dirty="0"/>
              <a:t>: Extra pointer for each node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Sequential Access</a:t>
            </a:r>
            <a:r>
              <a:rPr lang="en-US" dirty="0"/>
              <a:t>: No random access (must traverse)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Reverse Traversal Difficult</a:t>
            </a:r>
            <a:r>
              <a:rPr lang="en-US" dirty="0"/>
              <a:t>: Cannot move backward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Cache Unfriendly</a:t>
            </a:r>
            <a:r>
              <a:rPr lang="en-US" dirty="0"/>
              <a:t>: Non-contiguous memory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/>
              <a:t>Complex Implementation</a:t>
            </a:r>
            <a:r>
              <a:rPr lang="en-US" dirty="0"/>
              <a:t>: More error-prone than arrays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467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DCB97-69A1-6CA4-DBCC-46C0286FA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Common Interview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B0B88-6B8D-03A5-6B03-3CB4B7101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Reverse a linked list</a:t>
            </a:r>
          </a:p>
          <a:p>
            <a:r>
              <a:rPr lang="en-US" dirty="0"/>
              <a:t>Detect loop/cycle</a:t>
            </a:r>
          </a:p>
          <a:p>
            <a:r>
              <a:rPr lang="en-US" dirty="0"/>
              <a:t>Find middle element</a:t>
            </a:r>
          </a:p>
          <a:p>
            <a:r>
              <a:rPr lang="en-US" dirty="0"/>
              <a:t>Merge two sorted lists</a:t>
            </a:r>
          </a:p>
          <a:p>
            <a:r>
              <a:rPr lang="en-US" dirty="0"/>
              <a:t>Find nth node from end</a:t>
            </a:r>
          </a:p>
          <a:p>
            <a:r>
              <a:rPr lang="en-US" dirty="0"/>
              <a:t>Remove duplicates</a:t>
            </a:r>
          </a:p>
          <a:p>
            <a:r>
              <a:rPr lang="en-US" dirty="0"/>
              <a:t>Check palindrome</a:t>
            </a:r>
          </a:p>
          <a:p>
            <a:r>
              <a:rPr lang="en-US" dirty="0"/>
              <a:t>Intersection point of two lists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784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13E12-EA64-B7C1-7C4A-D0674AFA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F0BA-949C-463C-D5C5-5FA0FCE29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05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420</Words>
  <Application>Microsoft Office PowerPoint</Application>
  <PresentationFormat>Widescreen</PresentationFormat>
  <Paragraphs>67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quote-cjk-patch</vt:lpstr>
      <vt:lpstr>Office Theme</vt:lpstr>
      <vt:lpstr>SINGLY LINKED LIST AND OPERATIONS WITH C IMPLEMENTATION</vt:lpstr>
      <vt:lpstr>What is a Linked List?</vt:lpstr>
      <vt:lpstr>Singly Linked List vs Array</vt:lpstr>
      <vt:lpstr>Basic Operations Overview</vt:lpstr>
      <vt:lpstr>Complete C Program Structure</vt:lpstr>
      <vt:lpstr>Node Structure &amp; Creation Function</vt:lpstr>
      <vt:lpstr>Display List &amp; Count Nodes</vt:lpstr>
      <vt:lpstr> Insertion at Beginning (C Code)</vt:lpstr>
      <vt:lpstr>Insertion at End (C Code)</vt:lpstr>
      <vt:lpstr>Insertion at Specific Position (C Code)</vt:lpstr>
      <vt:lpstr>Deletion from Beginning (C Code)</vt:lpstr>
      <vt:lpstr> Deletion from End (C Code)</vt:lpstr>
      <vt:lpstr>Deletion at Specific Position (C Code)</vt:lpstr>
      <vt:lpstr>Search Operation (C Code)</vt:lpstr>
      <vt:lpstr>Complete Main Function Example</vt:lpstr>
      <vt:lpstr>PowerPoint Presentation</vt:lpstr>
      <vt:lpstr>Memory Management &amp; Utility Functions</vt:lpstr>
      <vt:lpstr>Error Handling &amp; Edge Cases</vt:lpstr>
      <vt:lpstr>Time &amp; Space Complexity Analysis</vt:lpstr>
      <vt:lpstr>Summary &amp; Best Practices</vt:lpstr>
      <vt:lpstr>Advantages and Disadvantages </vt:lpstr>
      <vt:lpstr>Common Interview 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Pal Singh</dc:creator>
  <cp:lastModifiedBy>Rohit Pal Singh</cp:lastModifiedBy>
  <cp:revision>1</cp:revision>
  <dcterms:created xsi:type="dcterms:W3CDTF">2026-02-06T05:40:10Z</dcterms:created>
  <dcterms:modified xsi:type="dcterms:W3CDTF">2026-02-06T06:14:47Z</dcterms:modified>
</cp:coreProperties>
</file>