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49A3-81F4-534C-1B1F-C9F886B78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278BE-BC13-497C-3798-4B4B58A24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7E48C-B281-2E03-7A75-A524F343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8E27-48FC-4022-BE3B-F1070FEF1BB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77911-CAD3-8C59-40CE-1C413891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8EAD9-0723-E8ED-2D87-244C88F4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0CF83-3889-49AA-B4DB-A517AB35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16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A1BB-E266-23C2-A2E9-4FA91D3E3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85625-190B-136C-A0B8-178059836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CDC2E-1F84-2786-B129-887DB561E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8E27-48FC-4022-BE3B-F1070FEF1BB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43724-EF6A-B4B6-89EA-62757439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1650-EEEE-982B-B44B-C159455C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0CF83-3889-49AA-B4DB-A517AB35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28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BD6A-4A25-B372-FC07-96102D4C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212C5-69CF-47A8-AFBB-FC0CF6F22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61188-4F71-1D19-52F8-57E7E2376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8E27-48FC-4022-BE3B-F1070FEF1BB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FA68A-5489-EA05-3491-BD390C6C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09B2E-BEA3-1E51-6362-CF9B6903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0CF83-3889-49AA-B4DB-A517AB35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40C8E-68CA-C414-9032-78D9847B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1D804-54EC-F73F-5DBE-7F730CB11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E8ADD-5CC5-8C40-A97D-7FB7D86D7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FA750-09AA-EE62-20A8-87CB023A0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8E27-48FC-4022-BE3B-F1070FEF1BB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8E0E7-E407-94F4-D7F2-EE9AA72B2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336AE-9A75-1053-80AF-A86B8341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0CF83-3889-49AA-B4DB-A517AB35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4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3491-A69D-784A-5C3B-F07280836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9998-7E26-ADE6-BC1D-A1FD6C912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52082-114B-5B5C-7EA7-2F3BCF6DB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76E33-5AE2-AF4C-1823-6E64A167F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29E65B-C799-BFDD-BF45-E5A4ACEA5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4F84AA-158F-B13F-26E7-BDFF83C0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8E27-48FC-4022-BE3B-F1070FEF1BB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88A4EE-2366-F6F7-FDEC-57E5F412C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D2B43A-D2AB-6995-3469-360CE6F77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0CF83-3889-49AA-B4DB-A517AB35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72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DE03-D680-CE98-7916-B3A47598E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ADEB3C-B6FF-A463-70DC-A61775F11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8E27-48FC-4022-BE3B-F1070FEF1BB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CFBD5-AA90-5480-F161-4E8DA87D8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664BD-501D-488F-3892-6FA107D91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0CF83-3889-49AA-B4DB-A517AB35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8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D75-F8B6-4019-BC52-FBDCF7852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8E27-48FC-4022-BE3B-F1070FEF1BB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C1CBA1-ECEF-3E11-B5EC-CE285B299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ED476-2A86-7DC0-FC7B-705A9613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0CF83-3889-49AA-B4DB-A517AB35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7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3AA7C-A30B-B062-11C6-C1D4F78E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1804D-90DE-F292-5DC6-885CE2C74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02A09-EAEF-39C8-AFD1-267B5A6F2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DD432-8293-BB08-E0C7-F21CB83E0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8E27-48FC-4022-BE3B-F1070FEF1BB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80A99-3B45-9046-6358-3EB685822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20280-D560-6963-BB10-067947338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0CF83-3889-49AA-B4DB-A517AB35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A04ED-3142-FA61-36EF-7918402CA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FDB64-C1BF-D7DE-202B-F2DFA73B0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DBE2C-A6C4-82CB-F33A-A993AFBE9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BB0C2-0E65-8B0A-3D04-2A5C15062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8E27-48FC-4022-BE3B-F1070FEF1BB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4452A-C363-085E-F447-94F28A54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EDFF4-0734-5A6F-86E9-EFBB0D31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0CF83-3889-49AA-B4DB-A517AB35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ECB63-822C-7217-4FFF-8B1948C9B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734C8-AC0A-E3C6-66E4-AD52724F5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71E8E-F323-317A-4466-4D03EB4FD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8E27-48FC-4022-BE3B-F1070FEF1BB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DA751-3FA6-7597-C4EC-2994C96A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F422A-61F6-0CE7-D526-737C77270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0CF83-3889-49AA-B4DB-A517AB35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38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E8FDDB-CD73-48C6-FD4B-D21D98DE5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3509D-1DF8-356D-3B9E-B67BAEB6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42294-B642-9B7A-5D7A-CC50AEB85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38E27-48FC-4022-BE3B-F1070FEF1BB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9F64D-135A-58AC-9E58-27DE626B8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DD13E-B701-EF90-BB7C-CD42FC82D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0CF83-3889-49AA-B4DB-A517AB35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5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F84148-BD01-FA2C-B3AE-99100EDB1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30D11-8A64-0252-B6C7-0F414DC9D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797CE-5902-51AA-8DEC-8E2D3F5FB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38E27-48FC-4022-BE3B-F1070FEF1BB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83CDC-E4DB-132F-8241-E73031F37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5D79-C825-209F-1F4F-A19DEB920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40CF83-3889-49AA-B4DB-A517AB35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2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C5D79-9C67-AB5E-9802-FBB30EC19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00351"/>
          </a:xfrm>
        </p:spPr>
        <p:txBody>
          <a:bodyPr>
            <a:normAutofit/>
          </a:bodyPr>
          <a:lstStyle/>
          <a:p>
            <a:r>
              <a:rPr lang="en-US" b="1" dirty="0"/>
              <a:t>Circular Linked List in 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038D8-7207-5352-0BD5-9E59D5904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Data Structures Implementation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Prof. Rohit Pal Singh</a:t>
            </a:r>
          </a:p>
        </p:txBody>
      </p:sp>
    </p:spTree>
    <p:extLst>
      <p:ext uri="{BB962C8B-B14F-4D97-AF65-F5344CB8AC3E}">
        <p14:creationId xmlns:p14="http://schemas.microsoft.com/office/powerpoint/2010/main" val="222992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FFBF-7B98-0E8A-B531-8F5AA9B00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Circular Linked List?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0DD4D-1606-45A3-D251-88FA91CBF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Definition:</a:t>
            </a:r>
            <a:endParaRPr lang="en-US" dirty="0"/>
          </a:p>
          <a:p>
            <a:pPr lvl="1"/>
            <a:r>
              <a:rPr lang="en-US" dirty="0"/>
              <a:t>A linked list where the last node points back to the first node</a:t>
            </a:r>
          </a:p>
          <a:p>
            <a:pPr lvl="1"/>
            <a:r>
              <a:rPr lang="en-US" dirty="0"/>
              <a:t>Forms a continuous circular structure</a:t>
            </a:r>
          </a:p>
          <a:p>
            <a:pPr lvl="1"/>
            <a:r>
              <a:rPr lang="en-US" dirty="0"/>
              <a:t>No NULL pointers in the next field of the last node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503462-2EC1-435D-10C4-B356AC9CB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436" y="3559502"/>
            <a:ext cx="6917135" cy="1415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40E7EF-135A-9355-F53F-901FB77DE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286" y="5204093"/>
            <a:ext cx="9021434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91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D47C-9E0A-7904-4453-9C49F60B5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66901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Node Structure in 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8FEB0-AD30-5CAE-A2AC-9EDD31267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514"/>
            <a:ext cx="10515600" cy="5273449"/>
          </a:xfrm>
        </p:spPr>
        <p:txBody>
          <a:bodyPr/>
          <a:lstStyle/>
          <a:p>
            <a:r>
              <a:rPr lang="en-US" b="1" dirty="0"/>
              <a:t>Types of Circular Linked Lists</a:t>
            </a:r>
          </a:p>
          <a:p>
            <a:pPr lvl="1"/>
            <a:r>
              <a:rPr lang="en-US" b="1" dirty="0"/>
              <a:t>Singly Circular Linked List</a:t>
            </a: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r>
              <a:rPr lang="en-US" b="1" dirty="0"/>
              <a:t> Doubly Circular Linked List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96177-02C7-5A88-F837-3DC002F9A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135" y="2095314"/>
            <a:ext cx="5029902" cy="1333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5A95A6-09E4-E22C-0A9A-99798ED10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135" y="4407237"/>
            <a:ext cx="4696480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8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C465-FD07-99FE-A2A5-4DD2A42C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715" y="0"/>
            <a:ext cx="10515600" cy="886732"/>
          </a:xfrm>
        </p:spPr>
        <p:txBody>
          <a:bodyPr/>
          <a:lstStyle/>
          <a:p>
            <a:r>
              <a:rPr lang="en-US" b="1" dirty="0"/>
              <a:t>Insertion at Beginning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E01CF-4467-4EC9-5613-69BC5BD03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534" y="861654"/>
            <a:ext cx="4608165" cy="4075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CAC2EF-C0F9-12DE-7614-E9CA57031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534" y="4912357"/>
            <a:ext cx="3150659" cy="17367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53687F-D37A-26D6-76B2-7620D3A6A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50205"/>
            <a:ext cx="5943600" cy="14158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E0290D-54FC-E284-F1A9-5E6D0E6618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5933" y="3424194"/>
            <a:ext cx="1219370" cy="61921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A6CDA4-4C59-65BE-4071-986BF88E9113}"/>
              </a:ext>
            </a:extLst>
          </p:cNvPr>
          <p:cNvCxnSpPr>
            <a:cxnSpLocks/>
          </p:cNvCxnSpPr>
          <p:nvPr/>
        </p:nvCxnSpPr>
        <p:spPr>
          <a:xfrm flipV="1">
            <a:off x="6725566" y="2601685"/>
            <a:ext cx="0" cy="1132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6B8B11D-3D7A-2AA4-F70C-29EB874D83D5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6732418" y="3718992"/>
            <a:ext cx="3633515" cy="148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22581C-8F6A-D885-15EE-E14D9FA2E68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0975618" y="2543333"/>
            <a:ext cx="0" cy="880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B707CDE-C295-9E60-CC61-B292D887EBA9}"/>
              </a:ext>
            </a:extLst>
          </p:cNvPr>
          <p:cNvSpPr/>
          <p:nvPr/>
        </p:nvSpPr>
        <p:spPr>
          <a:xfrm>
            <a:off x="8218714" y="2830286"/>
            <a:ext cx="435429" cy="598714"/>
          </a:xfrm>
          <a:custGeom>
            <a:avLst/>
            <a:gdLst>
              <a:gd name="csX0" fmla="*/ 359229 w 435429"/>
              <a:gd name="csY0" fmla="*/ 0 h 598714"/>
              <a:gd name="csX1" fmla="*/ 293915 w 435429"/>
              <a:gd name="csY1" fmla="*/ 141514 h 598714"/>
              <a:gd name="csX2" fmla="*/ 217715 w 435429"/>
              <a:gd name="csY2" fmla="*/ 283028 h 598714"/>
              <a:gd name="csX3" fmla="*/ 206829 w 435429"/>
              <a:gd name="csY3" fmla="*/ 348343 h 598714"/>
              <a:gd name="csX4" fmla="*/ 141515 w 435429"/>
              <a:gd name="csY4" fmla="*/ 424543 h 598714"/>
              <a:gd name="csX5" fmla="*/ 130629 w 435429"/>
              <a:gd name="csY5" fmla="*/ 468085 h 598714"/>
              <a:gd name="csX6" fmla="*/ 76200 w 435429"/>
              <a:gd name="csY6" fmla="*/ 511628 h 598714"/>
              <a:gd name="csX7" fmla="*/ 0 w 435429"/>
              <a:gd name="csY7" fmla="*/ 598714 h 598714"/>
              <a:gd name="csX8" fmla="*/ 21772 w 435429"/>
              <a:gd name="csY8" fmla="*/ 326571 h 598714"/>
              <a:gd name="csX9" fmla="*/ 43543 w 435429"/>
              <a:gd name="csY9" fmla="*/ 250371 h 598714"/>
              <a:gd name="csX10" fmla="*/ 54429 w 435429"/>
              <a:gd name="csY10" fmla="*/ 206828 h 598714"/>
              <a:gd name="csX11" fmla="*/ 65315 w 435429"/>
              <a:gd name="csY11" fmla="*/ 76200 h 598714"/>
              <a:gd name="csX12" fmla="*/ 97972 w 435429"/>
              <a:gd name="csY12" fmla="*/ 87085 h 598714"/>
              <a:gd name="csX13" fmla="*/ 130629 w 435429"/>
              <a:gd name="csY13" fmla="*/ 141514 h 598714"/>
              <a:gd name="csX14" fmla="*/ 195943 w 435429"/>
              <a:gd name="csY14" fmla="*/ 206828 h 598714"/>
              <a:gd name="csX15" fmla="*/ 348343 w 435429"/>
              <a:gd name="csY15" fmla="*/ 381000 h 598714"/>
              <a:gd name="csX16" fmla="*/ 370115 w 435429"/>
              <a:gd name="csY16" fmla="*/ 424543 h 598714"/>
              <a:gd name="csX17" fmla="*/ 424543 w 435429"/>
              <a:gd name="csY17" fmla="*/ 500743 h 598714"/>
              <a:gd name="csX18" fmla="*/ 435429 w 435429"/>
              <a:gd name="csY18" fmla="*/ 533400 h 598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35429" h="598714">
                <a:moveTo>
                  <a:pt x="359229" y="0"/>
                </a:moveTo>
                <a:cubicBezTo>
                  <a:pt x="296941" y="103813"/>
                  <a:pt x="354047" y="1207"/>
                  <a:pt x="293915" y="141514"/>
                </a:cubicBezTo>
                <a:cubicBezTo>
                  <a:pt x="274317" y="187242"/>
                  <a:pt x="241913" y="240680"/>
                  <a:pt x="217715" y="283028"/>
                </a:cubicBezTo>
                <a:cubicBezTo>
                  <a:pt x="214086" y="304800"/>
                  <a:pt x="215026" y="327850"/>
                  <a:pt x="206829" y="348343"/>
                </a:cubicBezTo>
                <a:cubicBezTo>
                  <a:pt x="197520" y="371614"/>
                  <a:pt x="159350" y="406707"/>
                  <a:pt x="141515" y="424543"/>
                </a:cubicBezTo>
                <a:cubicBezTo>
                  <a:pt x="137886" y="439057"/>
                  <a:pt x="139606" y="456116"/>
                  <a:pt x="130629" y="468085"/>
                </a:cubicBezTo>
                <a:cubicBezTo>
                  <a:pt x="116688" y="486672"/>
                  <a:pt x="93470" y="496085"/>
                  <a:pt x="76200" y="511628"/>
                </a:cubicBezTo>
                <a:cubicBezTo>
                  <a:pt x="23136" y="559386"/>
                  <a:pt x="30592" y="552828"/>
                  <a:pt x="0" y="598714"/>
                </a:cubicBezTo>
                <a:cubicBezTo>
                  <a:pt x="7257" y="508000"/>
                  <a:pt x="10484" y="416872"/>
                  <a:pt x="21772" y="326571"/>
                </a:cubicBezTo>
                <a:cubicBezTo>
                  <a:pt x="25049" y="300359"/>
                  <a:pt x="36592" y="275857"/>
                  <a:pt x="43543" y="250371"/>
                </a:cubicBezTo>
                <a:cubicBezTo>
                  <a:pt x="47479" y="235937"/>
                  <a:pt x="50800" y="221342"/>
                  <a:pt x="54429" y="206828"/>
                </a:cubicBezTo>
                <a:cubicBezTo>
                  <a:pt x="58058" y="163285"/>
                  <a:pt x="50383" y="117263"/>
                  <a:pt x="65315" y="76200"/>
                </a:cubicBezTo>
                <a:cubicBezTo>
                  <a:pt x="69236" y="65416"/>
                  <a:pt x="89858" y="78971"/>
                  <a:pt x="97972" y="87085"/>
                </a:cubicBezTo>
                <a:cubicBezTo>
                  <a:pt x="112933" y="102046"/>
                  <a:pt x="117231" y="125138"/>
                  <a:pt x="130629" y="141514"/>
                </a:cubicBezTo>
                <a:cubicBezTo>
                  <a:pt x="150126" y="165344"/>
                  <a:pt x="176709" y="182786"/>
                  <a:pt x="195943" y="206828"/>
                </a:cubicBezTo>
                <a:cubicBezTo>
                  <a:pt x="340460" y="387475"/>
                  <a:pt x="174909" y="229246"/>
                  <a:pt x="348343" y="381000"/>
                </a:cubicBezTo>
                <a:cubicBezTo>
                  <a:pt x="355600" y="395514"/>
                  <a:pt x="362064" y="410454"/>
                  <a:pt x="370115" y="424543"/>
                </a:cubicBezTo>
                <a:cubicBezTo>
                  <a:pt x="382850" y="446830"/>
                  <a:pt x="410523" y="482049"/>
                  <a:pt x="424543" y="500743"/>
                </a:cubicBezTo>
                <a:lnTo>
                  <a:pt x="435429" y="53340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10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1FC5-3B19-AFBD-8456-2526479CC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92983"/>
            <a:ext cx="10515600" cy="60370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Insertion at End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D2C0F-C5B4-423E-440A-4C0B571DE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71" y="696687"/>
            <a:ext cx="4429743" cy="4086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BA6BCE-4F48-DBB7-4A89-A9E1185DB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871" y="4783482"/>
            <a:ext cx="4001058" cy="1848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AE9303-5877-0F4E-DE81-1173B9451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50205"/>
            <a:ext cx="5943600" cy="1415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446244-6497-091C-29A7-401E77D14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5933" y="3424194"/>
            <a:ext cx="1219370" cy="61921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0D1346-183C-6B70-1880-4C02E65554BB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6732418" y="3718992"/>
            <a:ext cx="3633515" cy="148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C9E84A-F8F9-E20E-F12A-8FC9B435F7F6}"/>
              </a:ext>
            </a:extLst>
          </p:cNvPr>
          <p:cNvSpPr/>
          <p:nvPr/>
        </p:nvSpPr>
        <p:spPr>
          <a:xfrm>
            <a:off x="8218714" y="2830286"/>
            <a:ext cx="435429" cy="598714"/>
          </a:xfrm>
          <a:custGeom>
            <a:avLst/>
            <a:gdLst>
              <a:gd name="csX0" fmla="*/ 359229 w 435429"/>
              <a:gd name="csY0" fmla="*/ 0 h 598714"/>
              <a:gd name="csX1" fmla="*/ 293915 w 435429"/>
              <a:gd name="csY1" fmla="*/ 141514 h 598714"/>
              <a:gd name="csX2" fmla="*/ 217715 w 435429"/>
              <a:gd name="csY2" fmla="*/ 283028 h 598714"/>
              <a:gd name="csX3" fmla="*/ 206829 w 435429"/>
              <a:gd name="csY3" fmla="*/ 348343 h 598714"/>
              <a:gd name="csX4" fmla="*/ 141515 w 435429"/>
              <a:gd name="csY4" fmla="*/ 424543 h 598714"/>
              <a:gd name="csX5" fmla="*/ 130629 w 435429"/>
              <a:gd name="csY5" fmla="*/ 468085 h 598714"/>
              <a:gd name="csX6" fmla="*/ 76200 w 435429"/>
              <a:gd name="csY6" fmla="*/ 511628 h 598714"/>
              <a:gd name="csX7" fmla="*/ 0 w 435429"/>
              <a:gd name="csY7" fmla="*/ 598714 h 598714"/>
              <a:gd name="csX8" fmla="*/ 21772 w 435429"/>
              <a:gd name="csY8" fmla="*/ 326571 h 598714"/>
              <a:gd name="csX9" fmla="*/ 43543 w 435429"/>
              <a:gd name="csY9" fmla="*/ 250371 h 598714"/>
              <a:gd name="csX10" fmla="*/ 54429 w 435429"/>
              <a:gd name="csY10" fmla="*/ 206828 h 598714"/>
              <a:gd name="csX11" fmla="*/ 65315 w 435429"/>
              <a:gd name="csY11" fmla="*/ 76200 h 598714"/>
              <a:gd name="csX12" fmla="*/ 97972 w 435429"/>
              <a:gd name="csY12" fmla="*/ 87085 h 598714"/>
              <a:gd name="csX13" fmla="*/ 130629 w 435429"/>
              <a:gd name="csY13" fmla="*/ 141514 h 598714"/>
              <a:gd name="csX14" fmla="*/ 195943 w 435429"/>
              <a:gd name="csY14" fmla="*/ 206828 h 598714"/>
              <a:gd name="csX15" fmla="*/ 348343 w 435429"/>
              <a:gd name="csY15" fmla="*/ 381000 h 598714"/>
              <a:gd name="csX16" fmla="*/ 370115 w 435429"/>
              <a:gd name="csY16" fmla="*/ 424543 h 598714"/>
              <a:gd name="csX17" fmla="*/ 424543 w 435429"/>
              <a:gd name="csY17" fmla="*/ 500743 h 598714"/>
              <a:gd name="csX18" fmla="*/ 435429 w 435429"/>
              <a:gd name="csY18" fmla="*/ 533400 h 598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35429" h="598714">
                <a:moveTo>
                  <a:pt x="359229" y="0"/>
                </a:moveTo>
                <a:cubicBezTo>
                  <a:pt x="296941" y="103813"/>
                  <a:pt x="354047" y="1207"/>
                  <a:pt x="293915" y="141514"/>
                </a:cubicBezTo>
                <a:cubicBezTo>
                  <a:pt x="274317" y="187242"/>
                  <a:pt x="241913" y="240680"/>
                  <a:pt x="217715" y="283028"/>
                </a:cubicBezTo>
                <a:cubicBezTo>
                  <a:pt x="214086" y="304800"/>
                  <a:pt x="215026" y="327850"/>
                  <a:pt x="206829" y="348343"/>
                </a:cubicBezTo>
                <a:cubicBezTo>
                  <a:pt x="197520" y="371614"/>
                  <a:pt x="159350" y="406707"/>
                  <a:pt x="141515" y="424543"/>
                </a:cubicBezTo>
                <a:cubicBezTo>
                  <a:pt x="137886" y="439057"/>
                  <a:pt x="139606" y="456116"/>
                  <a:pt x="130629" y="468085"/>
                </a:cubicBezTo>
                <a:cubicBezTo>
                  <a:pt x="116688" y="486672"/>
                  <a:pt x="93470" y="496085"/>
                  <a:pt x="76200" y="511628"/>
                </a:cubicBezTo>
                <a:cubicBezTo>
                  <a:pt x="23136" y="559386"/>
                  <a:pt x="30592" y="552828"/>
                  <a:pt x="0" y="598714"/>
                </a:cubicBezTo>
                <a:cubicBezTo>
                  <a:pt x="7257" y="508000"/>
                  <a:pt x="10484" y="416872"/>
                  <a:pt x="21772" y="326571"/>
                </a:cubicBezTo>
                <a:cubicBezTo>
                  <a:pt x="25049" y="300359"/>
                  <a:pt x="36592" y="275857"/>
                  <a:pt x="43543" y="250371"/>
                </a:cubicBezTo>
                <a:cubicBezTo>
                  <a:pt x="47479" y="235937"/>
                  <a:pt x="50800" y="221342"/>
                  <a:pt x="54429" y="206828"/>
                </a:cubicBezTo>
                <a:cubicBezTo>
                  <a:pt x="58058" y="163285"/>
                  <a:pt x="50383" y="117263"/>
                  <a:pt x="65315" y="76200"/>
                </a:cubicBezTo>
                <a:cubicBezTo>
                  <a:pt x="69236" y="65416"/>
                  <a:pt x="89858" y="78971"/>
                  <a:pt x="97972" y="87085"/>
                </a:cubicBezTo>
                <a:cubicBezTo>
                  <a:pt x="112933" y="102046"/>
                  <a:pt x="117231" y="125138"/>
                  <a:pt x="130629" y="141514"/>
                </a:cubicBezTo>
                <a:cubicBezTo>
                  <a:pt x="150126" y="165344"/>
                  <a:pt x="176709" y="182786"/>
                  <a:pt x="195943" y="206828"/>
                </a:cubicBezTo>
                <a:cubicBezTo>
                  <a:pt x="340460" y="387475"/>
                  <a:pt x="174909" y="229246"/>
                  <a:pt x="348343" y="381000"/>
                </a:cubicBezTo>
                <a:cubicBezTo>
                  <a:pt x="355600" y="395514"/>
                  <a:pt x="362064" y="410454"/>
                  <a:pt x="370115" y="424543"/>
                </a:cubicBezTo>
                <a:cubicBezTo>
                  <a:pt x="382850" y="446830"/>
                  <a:pt x="410523" y="482049"/>
                  <a:pt x="424543" y="500743"/>
                </a:cubicBezTo>
                <a:lnTo>
                  <a:pt x="435429" y="53340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341876-52C6-DD71-E28B-7703875A33FB}"/>
              </a:ext>
            </a:extLst>
          </p:cNvPr>
          <p:cNvCxnSpPr>
            <a:cxnSpLocks/>
          </p:cNvCxnSpPr>
          <p:nvPr/>
        </p:nvCxnSpPr>
        <p:spPr>
          <a:xfrm flipV="1">
            <a:off x="6725566" y="2601685"/>
            <a:ext cx="0" cy="1132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61D5E0-C183-0D98-8D3F-1E2E7C912874}"/>
              </a:ext>
            </a:extLst>
          </p:cNvPr>
          <p:cNvCxnSpPr>
            <a:cxnSpLocks/>
          </p:cNvCxnSpPr>
          <p:nvPr/>
        </p:nvCxnSpPr>
        <p:spPr>
          <a:xfrm>
            <a:off x="10975618" y="2543333"/>
            <a:ext cx="0" cy="880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449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3CC1F-D1A4-2C34-6074-5091C2D2F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Traversal and Display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859C75-8F11-917A-9F3F-A69BD5246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805" y="1055914"/>
            <a:ext cx="4782217" cy="4953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C0BD69-8244-A390-B222-38831B210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389" y="5995287"/>
            <a:ext cx="181000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0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E2DF-88C9-3AA8-1C9A-F18FA099E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48"/>
            <a:ext cx="10515600" cy="614589"/>
          </a:xfrm>
        </p:spPr>
        <p:txBody>
          <a:bodyPr>
            <a:normAutofit fontScale="90000"/>
          </a:bodyPr>
          <a:lstStyle/>
          <a:p>
            <a:r>
              <a:rPr lang="en-US" dirty="0"/>
              <a:t>Delete Node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F3AE0-4A7F-F269-E209-68E84962F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955" y="799111"/>
            <a:ext cx="4163006" cy="4410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120955-4715-9B47-EFA1-20E37FB30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431" y="0"/>
            <a:ext cx="4728621" cy="4212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68A96E-0207-39A5-BA06-A088023BB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431" y="4212771"/>
            <a:ext cx="3894664" cy="258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42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18818-EEC4-483E-F1F5-BB2EDAF8C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92984"/>
            <a:ext cx="10515600" cy="723446"/>
          </a:xfrm>
        </p:spPr>
        <p:txBody>
          <a:bodyPr/>
          <a:lstStyle/>
          <a:p>
            <a:r>
              <a:rPr lang="en-US" b="1" dirty="0"/>
              <a:t>Searching in Circular List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F2AD9-30C0-EFDC-DA36-BF1540F57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640" y="1349519"/>
            <a:ext cx="3867690" cy="4420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F0C8C2-95D2-F483-4E2D-2171A99F8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143" y="1088264"/>
            <a:ext cx="4744112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606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22E6-6D46-99BC-0FFB-391A6E999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674931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86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Circular Linked List in C</vt:lpstr>
      <vt:lpstr>What is a Circular Linked List?</vt:lpstr>
      <vt:lpstr>Node Structure in C</vt:lpstr>
      <vt:lpstr>Insertion at Beginning</vt:lpstr>
      <vt:lpstr>Insertion at End</vt:lpstr>
      <vt:lpstr>Traversal and Display</vt:lpstr>
      <vt:lpstr>Delete Node</vt:lpstr>
      <vt:lpstr>Searching in Circular List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Pal Singh</dc:creator>
  <cp:lastModifiedBy>Rohit Pal Singh</cp:lastModifiedBy>
  <cp:revision>1</cp:revision>
  <dcterms:created xsi:type="dcterms:W3CDTF">2026-02-10T07:34:01Z</dcterms:created>
  <dcterms:modified xsi:type="dcterms:W3CDTF">2026-02-10T07:57:30Z</dcterms:modified>
</cp:coreProperties>
</file>